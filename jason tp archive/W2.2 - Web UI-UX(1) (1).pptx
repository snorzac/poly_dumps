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256" r:id="rId2"/>
    <p:sldId id="289" r:id="rId3"/>
    <p:sldId id="373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288" r:id="rId43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03987-2DDE-F669-3C9A-E01603DA4F16}" v="1" dt="2020-10-27T09:09:33.471"/>
    <p1510:client id="{FC74C225-CBA8-4C93-96ED-6D3B00C3BDCD}" v="38" dt="2018-09-28T07:02:08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FC74C225-CBA8-4C93-96ED-6D3B00C3BDCD}"/>
    <pc:docChg chg="modMainMaster">
      <pc:chgData name="Lam Su Yi" userId="43bb02ba-2a64-4c57-886a-7f9577835f3c" providerId="ADAL" clId="{FC74C225-CBA8-4C93-96ED-6D3B00C3BDCD}" dt="2018-09-28T07:02:08.319" v="37" actId="20577"/>
      <pc:docMkLst>
        <pc:docMk/>
      </pc:docMkLst>
      <pc:sldMasterChg chg="modSldLayout">
        <pc:chgData name="Lam Su Yi" userId="43bb02ba-2a64-4c57-886a-7f9577835f3c" providerId="ADAL" clId="{FC74C225-CBA8-4C93-96ED-6D3B00C3BDCD}" dt="2018-09-28T07:02:08.319" v="37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FC74C225-CBA8-4C93-96ED-6D3B00C3BDCD}" dt="2018-09-28T07:02:08.319" v="37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FC74C225-CBA8-4C93-96ED-6D3B00C3BDCD}" dt="2018-09-27T08:22:41.467" v="32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FC74C225-CBA8-4C93-96ED-6D3B00C3BDCD}" dt="2018-09-28T07:02:08.319" v="37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  <pc:docChgLst>
    <pc:chgData name="Peter CHOY (TP)" userId="S::pchoy@tp.edu.sg::8735232f-b789-4ca8-8ad6-d7a23ffc53c0" providerId="AD" clId="Web-{7C003987-2DDE-F669-3C9A-E01603DA4F16}"/>
    <pc:docChg chg="modSld">
      <pc:chgData name="Peter CHOY (TP)" userId="S::pchoy@tp.edu.sg::8735232f-b789-4ca8-8ad6-d7a23ffc53c0" providerId="AD" clId="Web-{7C003987-2DDE-F669-3C9A-E01603DA4F16}" dt="2020-10-27T09:32:18.470" v="256"/>
      <pc:docMkLst>
        <pc:docMk/>
      </pc:docMkLst>
      <pc:sldChg chg="modNotes">
        <pc:chgData name="Peter CHOY (TP)" userId="S::pchoy@tp.edu.sg::8735232f-b789-4ca8-8ad6-d7a23ffc53c0" providerId="AD" clId="Web-{7C003987-2DDE-F669-3C9A-E01603DA4F16}" dt="2020-10-27T09:09:32.908" v="28"/>
        <pc:sldMkLst>
          <pc:docMk/>
          <pc:sldMk cId="1658881854" sldId="298"/>
        </pc:sldMkLst>
      </pc:sldChg>
      <pc:sldChg chg="modNotes">
        <pc:chgData name="Peter CHOY (TP)" userId="S::pchoy@tp.edu.sg::8735232f-b789-4ca8-8ad6-d7a23ffc53c0" providerId="AD" clId="Web-{7C003987-2DDE-F669-3C9A-E01603DA4F16}" dt="2020-10-27T09:11:05.316" v="101"/>
        <pc:sldMkLst>
          <pc:docMk/>
          <pc:sldMk cId="1859709743" sldId="299"/>
        </pc:sldMkLst>
      </pc:sldChg>
      <pc:sldChg chg="modNotes">
        <pc:chgData name="Peter CHOY (TP)" userId="S::pchoy@tp.edu.sg::8735232f-b789-4ca8-8ad6-d7a23ffc53c0" providerId="AD" clId="Web-{7C003987-2DDE-F669-3C9A-E01603DA4F16}" dt="2020-10-27T09:13:06.413" v="172"/>
        <pc:sldMkLst>
          <pc:docMk/>
          <pc:sldMk cId="1664652163" sldId="300"/>
        </pc:sldMkLst>
      </pc:sldChg>
      <pc:sldChg chg="modNotes">
        <pc:chgData name="Peter CHOY (TP)" userId="S::pchoy@tp.edu.sg::8735232f-b789-4ca8-8ad6-d7a23ffc53c0" providerId="AD" clId="Web-{7C003987-2DDE-F669-3C9A-E01603DA4F16}" dt="2020-10-27T09:32:18.470" v="256"/>
        <pc:sldMkLst>
          <pc:docMk/>
          <pc:sldMk cId="391950425" sldId="30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CBB660-8948-5C45-B7A2-9C88455F96C9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A67D80-BB0A-1C40-B203-7BE3491B271A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System Fonts</a:t>
          </a:r>
        </a:p>
      </dgm:t>
    </dgm:pt>
    <dgm:pt modelId="{7C7DC930-C9BB-C74F-8F58-A3E59564313D}" type="parTrans" cxnId="{1343EF06-778E-8E42-887D-FDEB4773D80D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D0F7966F-84B5-E040-880F-ED91DFE66AD1}" type="sibTrans" cxnId="{1343EF06-778E-8E42-887D-FDEB4773D80D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58DEA09F-12B9-7447-9008-5C29ED5B3E23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Pre-installed fonts found in many Operating Systems.</a:t>
          </a:r>
        </a:p>
      </dgm:t>
    </dgm:pt>
    <dgm:pt modelId="{25AB4AE0-50AD-264A-B7F6-9E13C07A9C41}" type="parTrans" cxnId="{8E703B3B-F7CB-6740-A9BD-38A78F125700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43E57B99-9628-3643-B05C-73A8CBFE14E5}" type="sibTrans" cxnId="{8E703B3B-F7CB-6740-A9BD-38A78F125700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96AF4877-D171-CE49-9C5B-AC67BB698CB7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Web Fonts</a:t>
          </a:r>
        </a:p>
      </dgm:t>
    </dgm:pt>
    <dgm:pt modelId="{29C13B1E-9424-C249-9E9F-2FB5A749EA5F}" type="parTrans" cxnId="{D0BE4DA7-1454-8347-A255-9D02CCE00274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3F25644E-2A01-3945-B460-DFCCD14632E8}" type="sibTrans" cxnId="{D0BE4DA7-1454-8347-A255-9D02CCE00274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EAEEEDE3-ED98-DE4D-ACF3-F5A383ED795C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Non-system fonts that can be downloaded from the web.</a:t>
          </a:r>
        </a:p>
      </dgm:t>
    </dgm:pt>
    <dgm:pt modelId="{14295826-C4F2-EE48-A3C9-DABF5FB655B8}" type="parTrans" cxnId="{6C51EFD8-4E85-0C48-A3A1-1B9968B035EB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FBB19F3A-A054-DC48-A44C-25B518A1E359}" type="sibTrans" cxnId="{6C51EFD8-4E85-0C48-A3A1-1B9968B035EB}">
      <dgm:prSet/>
      <dgm:spPr/>
      <dgm:t>
        <a:bodyPr/>
        <a:lstStyle/>
        <a:p>
          <a:endParaRPr lang="en-US">
            <a:latin typeface="Arial Unicode MS" charset="0"/>
            <a:ea typeface="Arial Unicode MS" charset="0"/>
            <a:cs typeface="Arial Unicode MS" charset="0"/>
          </a:endParaRPr>
        </a:p>
      </dgm:t>
    </dgm:pt>
    <dgm:pt modelId="{16B98545-3C6B-6F4D-86CD-4BCAF29D46FD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Use</a:t>
          </a:r>
          <a:r>
            <a:rPr lang="en-US" baseline="0" dirty="0">
              <a:latin typeface="Arial Unicode MS" charset="0"/>
              <a:ea typeface="Arial Unicode MS" charset="0"/>
              <a:cs typeface="Arial Unicode MS" charset="0"/>
            </a:rPr>
            <a:t> by browsers by default.</a:t>
          </a:r>
          <a:endParaRPr lang="en-US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970185C4-B2AC-3C43-88FE-D03A88E78214}" type="parTrans" cxnId="{3740BE71-1EE6-8842-A358-5A8221D263DA}">
      <dgm:prSet/>
      <dgm:spPr/>
      <dgm:t>
        <a:bodyPr/>
        <a:lstStyle/>
        <a:p>
          <a:endParaRPr lang="en-US"/>
        </a:p>
      </dgm:t>
    </dgm:pt>
    <dgm:pt modelId="{499879E6-F34D-5644-B861-60FC751D520E}" type="sibTrans" cxnId="{3740BE71-1EE6-8842-A358-5A8221D263DA}">
      <dgm:prSet/>
      <dgm:spPr/>
      <dgm:t>
        <a:bodyPr/>
        <a:lstStyle/>
        <a:p>
          <a:endParaRPr lang="en-US"/>
        </a:p>
      </dgm:t>
    </dgm:pt>
    <dgm:pt modelId="{F42AB681-90CC-6B4D-8351-2D4869770A55}" type="pres">
      <dgm:prSet presAssocID="{24CBB660-8948-5C45-B7A2-9C88455F96C9}" presName="linear" presStyleCnt="0">
        <dgm:presLayoutVars>
          <dgm:animLvl val="lvl"/>
          <dgm:resizeHandles val="exact"/>
        </dgm:presLayoutVars>
      </dgm:prSet>
      <dgm:spPr/>
    </dgm:pt>
    <dgm:pt modelId="{A0666ECE-1158-D14C-94BB-38079FA0C1BD}" type="pres">
      <dgm:prSet presAssocID="{B5A67D80-BB0A-1C40-B203-7BE3491B27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D24AF69-041E-7548-A436-BFD9380802B5}" type="pres">
      <dgm:prSet presAssocID="{B5A67D80-BB0A-1C40-B203-7BE3491B271A}" presName="childText" presStyleLbl="revTx" presStyleIdx="0" presStyleCnt="2">
        <dgm:presLayoutVars>
          <dgm:bulletEnabled val="1"/>
        </dgm:presLayoutVars>
      </dgm:prSet>
      <dgm:spPr/>
    </dgm:pt>
    <dgm:pt modelId="{D6744F13-EF24-124E-91D1-6364C9EF73C9}" type="pres">
      <dgm:prSet presAssocID="{96AF4877-D171-CE49-9C5B-AC67BB698CB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22D800-CDEC-1447-AC18-EDCB8962DAE9}" type="pres">
      <dgm:prSet presAssocID="{96AF4877-D171-CE49-9C5B-AC67BB698CB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343EF06-778E-8E42-887D-FDEB4773D80D}" srcId="{24CBB660-8948-5C45-B7A2-9C88455F96C9}" destId="{B5A67D80-BB0A-1C40-B203-7BE3491B271A}" srcOrd="0" destOrd="0" parTransId="{7C7DC930-C9BB-C74F-8F58-A3E59564313D}" sibTransId="{D0F7966F-84B5-E040-880F-ED91DFE66AD1}"/>
    <dgm:cxn modelId="{C57F7722-7272-9240-BF86-A621001DD35B}" type="presOf" srcId="{96AF4877-D171-CE49-9C5B-AC67BB698CB7}" destId="{D6744F13-EF24-124E-91D1-6364C9EF73C9}" srcOrd="0" destOrd="0" presId="urn:microsoft.com/office/officeart/2005/8/layout/vList2"/>
    <dgm:cxn modelId="{8E703B3B-F7CB-6740-A9BD-38A78F125700}" srcId="{B5A67D80-BB0A-1C40-B203-7BE3491B271A}" destId="{58DEA09F-12B9-7447-9008-5C29ED5B3E23}" srcOrd="0" destOrd="0" parTransId="{25AB4AE0-50AD-264A-B7F6-9E13C07A9C41}" sibTransId="{43E57B99-9628-3643-B05C-73A8CBFE14E5}"/>
    <dgm:cxn modelId="{6C475643-5553-7145-A0D7-39C15E69E881}" type="presOf" srcId="{58DEA09F-12B9-7447-9008-5C29ED5B3E23}" destId="{CD24AF69-041E-7548-A436-BFD9380802B5}" srcOrd="0" destOrd="0" presId="urn:microsoft.com/office/officeart/2005/8/layout/vList2"/>
    <dgm:cxn modelId="{3740BE71-1EE6-8842-A358-5A8221D263DA}" srcId="{B5A67D80-BB0A-1C40-B203-7BE3491B271A}" destId="{16B98545-3C6B-6F4D-86CD-4BCAF29D46FD}" srcOrd="1" destOrd="0" parTransId="{970185C4-B2AC-3C43-88FE-D03A88E78214}" sibTransId="{499879E6-F34D-5644-B861-60FC751D520E}"/>
    <dgm:cxn modelId="{BE07B6A3-7045-1A40-A758-A5046097BF64}" type="presOf" srcId="{EAEEEDE3-ED98-DE4D-ACF3-F5A383ED795C}" destId="{9A22D800-CDEC-1447-AC18-EDCB8962DAE9}" srcOrd="0" destOrd="0" presId="urn:microsoft.com/office/officeart/2005/8/layout/vList2"/>
    <dgm:cxn modelId="{D0BE4DA7-1454-8347-A255-9D02CCE00274}" srcId="{24CBB660-8948-5C45-B7A2-9C88455F96C9}" destId="{96AF4877-D171-CE49-9C5B-AC67BB698CB7}" srcOrd="1" destOrd="0" parTransId="{29C13B1E-9424-C249-9E9F-2FB5A749EA5F}" sibTransId="{3F25644E-2A01-3945-B460-DFCCD14632E8}"/>
    <dgm:cxn modelId="{04DCF1C6-69B9-384D-B2E6-68819B5E6C38}" type="presOf" srcId="{B5A67D80-BB0A-1C40-B203-7BE3491B271A}" destId="{A0666ECE-1158-D14C-94BB-38079FA0C1BD}" srcOrd="0" destOrd="0" presId="urn:microsoft.com/office/officeart/2005/8/layout/vList2"/>
    <dgm:cxn modelId="{AC50D7CF-6238-AE4A-B2FC-6CB0CAB9BB61}" type="presOf" srcId="{16B98545-3C6B-6F4D-86CD-4BCAF29D46FD}" destId="{CD24AF69-041E-7548-A436-BFD9380802B5}" srcOrd="0" destOrd="1" presId="urn:microsoft.com/office/officeart/2005/8/layout/vList2"/>
    <dgm:cxn modelId="{6C51EFD8-4E85-0C48-A3A1-1B9968B035EB}" srcId="{96AF4877-D171-CE49-9C5B-AC67BB698CB7}" destId="{EAEEEDE3-ED98-DE4D-ACF3-F5A383ED795C}" srcOrd="0" destOrd="0" parTransId="{14295826-C4F2-EE48-A3C9-DABF5FB655B8}" sibTransId="{FBB19F3A-A054-DC48-A44C-25B518A1E359}"/>
    <dgm:cxn modelId="{2CBC6EF7-8BD5-8843-9F55-60BFF4C15F9C}" type="presOf" srcId="{24CBB660-8948-5C45-B7A2-9C88455F96C9}" destId="{F42AB681-90CC-6B4D-8351-2D4869770A55}" srcOrd="0" destOrd="0" presId="urn:microsoft.com/office/officeart/2005/8/layout/vList2"/>
    <dgm:cxn modelId="{8FACB7DC-7288-2443-9540-CBB3F747EE1D}" type="presParOf" srcId="{F42AB681-90CC-6B4D-8351-2D4869770A55}" destId="{A0666ECE-1158-D14C-94BB-38079FA0C1BD}" srcOrd="0" destOrd="0" presId="urn:microsoft.com/office/officeart/2005/8/layout/vList2"/>
    <dgm:cxn modelId="{1BE020E1-CED9-5344-99C2-4E6E00B5F7CF}" type="presParOf" srcId="{F42AB681-90CC-6B4D-8351-2D4869770A55}" destId="{CD24AF69-041E-7548-A436-BFD9380802B5}" srcOrd="1" destOrd="0" presId="urn:microsoft.com/office/officeart/2005/8/layout/vList2"/>
    <dgm:cxn modelId="{213CAE0B-4A04-774D-8938-2650A6315F40}" type="presParOf" srcId="{F42AB681-90CC-6B4D-8351-2D4869770A55}" destId="{D6744F13-EF24-124E-91D1-6364C9EF73C9}" srcOrd="2" destOrd="0" presId="urn:microsoft.com/office/officeart/2005/8/layout/vList2"/>
    <dgm:cxn modelId="{845EEDA7-4CBE-ED4F-AF1E-859DB23E68E4}" type="presParOf" srcId="{F42AB681-90CC-6B4D-8351-2D4869770A55}" destId="{9A22D800-CDEC-1447-AC18-EDCB8962DAE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A73C98-A4E0-4E46-AF9F-CA9FF57D30BB}" type="doc">
      <dgm:prSet loTypeId="urn:microsoft.com/office/officeart/2005/8/layout/hList9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53E5A2-EEBD-1542-AD60-699FA111186D}">
      <dgm:prSet phldrT="[Text]" custT="1"/>
      <dgm:spPr/>
      <dgm:t>
        <a:bodyPr/>
        <a:lstStyle/>
        <a:p>
          <a:r>
            <a:rPr lang="en-US" sz="1050" dirty="0">
              <a:latin typeface="Arial Unicode MS" charset="0"/>
              <a:ea typeface="Arial Unicode MS" charset="0"/>
              <a:cs typeface="Arial Unicode MS" charset="0"/>
            </a:rPr>
            <a:t>Serif</a:t>
          </a:r>
        </a:p>
      </dgm:t>
    </dgm:pt>
    <dgm:pt modelId="{CB6CB9CB-13BA-904A-ACDB-3B6BE327DAE4}" type="parTrans" cxnId="{FC6D1759-286B-BA4E-B3CC-A00A2182B245}">
      <dgm:prSet/>
      <dgm:spPr/>
      <dgm:t>
        <a:bodyPr/>
        <a:lstStyle/>
        <a:p>
          <a:endParaRPr lang="en-US"/>
        </a:p>
      </dgm:t>
    </dgm:pt>
    <dgm:pt modelId="{CBBFEB5A-92CB-404E-AF46-3A10AC320521}" type="sibTrans" cxnId="{FC6D1759-286B-BA4E-B3CC-A00A2182B245}">
      <dgm:prSet/>
      <dgm:spPr/>
      <dgm:t>
        <a:bodyPr/>
        <a:lstStyle/>
        <a:p>
          <a:endParaRPr lang="en-US"/>
        </a:p>
      </dgm:t>
    </dgm:pt>
    <dgm:pt modelId="{4559CCAF-2FC7-7344-9BA3-AEF9D9358EF6}">
      <dgm:prSet phldrT="[Text]"/>
      <dgm:spPr/>
      <dgm:t>
        <a:bodyPr/>
        <a:lstStyle/>
        <a:p>
          <a:r>
            <a:rPr lang="en-US" dirty="0">
              <a:latin typeface="Times" charset="0"/>
              <a:ea typeface="Times" charset="0"/>
              <a:cs typeface="Times" charset="0"/>
            </a:rPr>
            <a:t>Times</a:t>
          </a:r>
        </a:p>
      </dgm:t>
    </dgm:pt>
    <dgm:pt modelId="{79205EF0-A66C-2546-9AB6-5A03C70480D5}" type="parTrans" cxnId="{5842B47B-1EB2-3E4F-BF71-BD8BE5763113}">
      <dgm:prSet/>
      <dgm:spPr/>
      <dgm:t>
        <a:bodyPr/>
        <a:lstStyle/>
        <a:p>
          <a:endParaRPr lang="en-US"/>
        </a:p>
      </dgm:t>
    </dgm:pt>
    <dgm:pt modelId="{E352CEF0-6C51-F048-AD15-8A61810DFBC6}" type="sibTrans" cxnId="{5842B47B-1EB2-3E4F-BF71-BD8BE5763113}">
      <dgm:prSet/>
      <dgm:spPr/>
      <dgm:t>
        <a:bodyPr/>
        <a:lstStyle/>
        <a:p>
          <a:endParaRPr lang="en-US"/>
        </a:p>
      </dgm:t>
    </dgm:pt>
    <dgm:pt modelId="{3703A699-091A-104C-93C7-F4FF28A1C22E}">
      <dgm:prSet phldrT="[Text]"/>
      <dgm:spPr/>
      <dgm:t>
        <a:bodyPr/>
        <a:lstStyle/>
        <a:p>
          <a:r>
            <a:rPr lang="en-US" dirty="0">
              <a:latin typeface="Times New Roman" charset="0"/>
              <a:ea typeface="Times New Roman" charset="0"/>
              <a:cs typeface="Times New Roman" charset="0"/>
            </a:rPr>
            <a:t>Times New Roman</a:t>
          </a:r>
        </a:p>
      </dgm:t>
    </dgm:pt>
    <dgm:pt modelId="{780B689F-523A-1745-A861-D5C9E966B944}" type="parTrans" cxnId="{7FF38194-C545-BF4F-8F69-7DBFB90CD753}">
      <dgm:prSet/>
      <dgm:spPr/>
      <dgm:t>
        <a:bodyPr/>
        <a:lstStyle/>
        <a:p>
          <a:endParaRPr lang="en-US"/>
        </a:p>
      </dgm:t>
    </dgm:pt>
    <dgm:pt modelId="{A1358F8E-EB3B-6C4B-AF43-55C2898409CF}" type="sibTrans" cxnId="{7FF38194-C545-BF4F-8F69-7DBFB90CD753}">
      <dgm:prSet/>
      <dgm:spPr/>
      <dgm:t>
        <a:bodyPr/>
        <a:lstStyle/>
        <a:p>
          <a:endParaRPr lang="en-US"/>
        </a:p>
      </dgm:t>
    </dgm:pt>
    <dgm:pt modelId="{5A97F3CD-25BB-604E-8D0B-DC6DFE700A2E}">
      <dgm:prSet phldrT="[Text]"/>
      <dgm:spPr/>
      <dgm:t>
        <a:bodyPr/>
        <a:lstStyle/>
        <a:p>
          <a:r>
            <a:rPr lang="en-US" dirty="0">
              <a:latin typeface="Georgia" charset="0"/>
              <a:ea typeface="Georgia" charset="0"/>
              <a:cs typeface="Georgia" charset="0"/>
            </a:rPr>
            <a:t>Georgia</a:t>
          </a:r>
        </a:p>
      </dgm:t>
    </dgm:pt>
    <dgm:pt modelId="{ABD32A93-0B11-7341-B225-1EEC9F3251A2}" type="parTrans" cxnId="{5EE74E38-0D1D-1446-AAA0-40F636E5C33A}">
      <dgm:prSet/>
      <dgm:spPr/>
      <dgm:t>
        <a:bodyPr/>
        <a:lstStyle/>
        <a:p>
          <a:endParaRPr lang="en-US"/>
        </a:p>
      </dgm:t>
    </dgm:pt>
    <dgm:pt modelId="{5BCD3D58-F57F-A849-8943-0B3BAFD55CD7}" type="sibTrans" cxnId="{5EE74E38-0D1D-1446-AAA0-40F636E5C33A}">
      <dgm:prSet/>
      <dgm:spPr/>
      <dgm:t>
        <a:bodyPr/>
        <a:lstStyle/>
        <a:p>
          <a:endParaRPr lang="en-US"/>
        </a:p>
      </dgm:t>
    </dgm:pt>
    <dgm:pt modelId="{2509E5D9-FC3F-D744-BCC3-5B09A324B9FE}">
      <dgm:prSet phldrT="[Text]" custT="1"/>
      <dgm:spPr/>
      <dgm:t>
        <a:bodyPr/>
        <a:lstStyle/>
        <a:p>
          <a:r>
            <a:rPr lang="en-US" sz="1050" dirty="0">
              <a:latin typeface="Arial Unicode MS" charset="0"/>
              <a:ea typeface="Arial Unicode MS" charset="0"/>
              <a:cs typeface="Arial Unicode MS" charset="0"/>
            </a:rPr>
            <a:t>Sans-serif</a:t>
          </a:r>
        </a:p>
      </dgm:t>
    </dgm:pt>
    <dgm:pt modelId="{1C6B7ACF-E1F2-4D45-A131-229F204F086C}" type="parTrans" cxnId="{0AEC91FD-BAE4-334D-84C2-4B7D63782C12}">
      <dgm:prSet/>
      <dgm:spPr/>
      <dgm:t>
        <a:bodyPr/>
        <a:lstStyle/>
        <a:p>
          <a:endParaRPr lang="en-US"/>
        </a:p>
      </dgm:t>
    </dgm:pt>
    <dgm:pt modelId="{FD60F07C-181A-014C-B9FF-DE74CFE76EE6}" type="sibTrans" cxnId="{0AEC91FD-BAE4-334D-84C2-4B7D63782C12}">
      <dgm:prSet/>
      <dgm:spPr/>
      <dgm:t>
        <a:bodyPr/>
        <a:lstStyle/>
        <a:p>
          <a:endParaRPr lang="en-US"/>
        </a:p>
      </dgm:t>
    </dgm:pt>
    <dgm:pt modelId="{CFA21C0E-8727-3144-AAD3-4AD448CE7012}">
      <dgm:prSet phldrT="[Text]"/>
      <dgm:spPr/>
      <dgm:t>
        <a:bodyPr/>
        <a:lstStyle/>
        <a:p>
          <a:r>
            <a:rPr lang="en-US" dirty="0">
              <a:latin typeface="Arial" charset="0"/>
              <a:ea typeface="Arial" charset="0"/>
              <a:cs typeface="Arial" charset="0"/>
            </a:rPr>
            <a:t>Arial</a:t>
          </a:r>
        </a:p>
      </dgm:t>
    </dgm:pt>
    <dgm:pt modelId="{351404F3-B700-6447-8FFC-4FAAF2997527}" type="parTrans" cxnId="{F04D7B6B-E7D6-4741-A828-101A878A87B3}">
      <dgm:prSet/>
      <dgm:spPr/>
      <dgm:t>
        <a:bodyPr/>
        <a:lstStyle/>
        <a:p>
          <a:endParaRPr lang="en-US"/>
        </a:p>
      </dgm:t>
    </dgm:pt>
    <dgm:pt modelId="{224DD82D-A7DC-DF4A-AE12-9B407E5C92E0}" type="sibTrans" cxnId="{F04D7B6B-E7D6-4741-A828-101A878A87B3}">
      <dgm:prSet/>
      <dgm:spPr/>
      <dgm:t>
        <a:bodyPr/>
        <a:lstStyle/>
        <a:p>
          <a:endParaRPr lang="en-US"/>
        </a:p>
      </dgm:t>
    </dgm:pt>
    <dgm:pt modelId="{7BEB3D7C-3567-A145-BA0A-528E7CD34D82}">
      <dgm:prSet phldrT="[Text]" custT="1"/>
      <dgm:spPr/>
      <dgm:t>
        <a:bodyPr/>
        <a:lstStyle/>
        <a:p>
          <a:r>
            <a:rPr lang="en-US" sz="1050" dirty="0">
              <a:latin typeface="Arial Unicode MS" charset="0"/>
              <a:ea typeface="Arial Unicode MS" charset="0"/>
              <a:cs typeface="Arial Unicode MS" charset="0"/>
            </a:rPr>
            <a:t>Monospace</a:t>
          </a:r>
        </a:p>
      </dgm:t>
    </dgm:pt>
    <dgm:pt modelId="{97CAD164-F2B7-0C41-A202-DD75CBCDCD40}" type="parTrans" cxnId="{35F64809-C459-D841-A63A-91B6C0110867}">
      <dgm:prSet/>
      <dgm:spPr/>
      <dgm:t>
        <a:bodyPr/>
        <a:lstStyle/>
        <a:p>
          <a:endParaRPr lang="en-US"/>
        </a:p>
      </dgm:t>
    </dgm:pt>
    <dgm:pt modelId="{EA21EAF3-58D3-4A40-9E31-806A81676827}" type="sibTrans" cxnId="{35F64809-C459-D841-A63A-91B6C0110867}">
      <dgm:prSet/>
      <dgm:spPr/>
      <dgm:t>
        <a:bodyPr/>
        <a:lstStyle/>
        <a:p>
          <a:endParaRPr lang="en-US"/>
        </a:p>
      </dgm:t>
    </dgm:pt>
    <dgm:pt modelId="{71E85BD7-2EA4-9C4B-85D2-FEC2C3B2282C}">
      <dgm:prSet phldrT="[Text]"/>
      <dgm:spPr/>
      <dgm:t>
        <a:bodyPr/>
        <a:lstStyle/>
        <a:p>
          <a:r>
            <a:rPr lang="en-US" dirty="0">
              <a:latin typeface="Courier" charset="0"/>
              <a:ea typeface="Courier" charset="0"/>
              <a:cs typeface="Courier" charset="0"/>
            </a:rPr>
            <a:t>Courier</a:t>
          </a:r>
        </a:p>
      </dgm:t>
    </dgm:pt>
    <dgm:pt modelId="{B3BDFD0A-B70D-C048-A3CC-4DFDBE02D0D0}" type="parTrans" cxnId="{ABB3AB48-6752-D849-9D96-959D3777D00E}">
      <dgm:prSet/>
      <dgm:spPr/>
      <dgm:t>
        <a:bodyPr/>
        <a:lstStyle/>
        <a:p>
          <a:endParaRPr lang="en-US"/>
        </a:p>
      </dgm:t>
    </dgm:pt>
    <dgm:pt modelId="{BBD489CA-5A16-AF49-A0A5-86C1458B24F0}" type="sibTrans" cxnId="{ABB3AB48-6752-D849-9D96-959D3777D00E}">
      <dgm:prSet/>
      <dgm:spPr/>
      <dgm:t>
        <a:bodyPr/>
        <a:lstStyle/>
        <a:p>
          <a:endParaRPr lang="en-US"/>
        </a:p>
      </dgm:t>
    </dgm:pt>
    <dgm:pt modelId="{5368FF97-4059-284E-BF31-747CCF450903}">
      <dgm:prSet phldrT="[Text]" custT="1"/>
      <dgm:spPr/>
      <dgm:t>
        <a:bodyPr/>
        <a:lstStyle/>
        <a:p>
          <a:r>
            <a:rPr lang="en-US" sz="1050" dirty="0">
              <a:latin typeface="Arial Unicode MS" charset="0"/>
              <a:ea typeface="Arial Unicode MS" charset="0"/>
              <a:cs typeface="Arial Unicode MS" charset="0"/>
            </a:rPr>
            <a:t>Cursive</a:t>
          </a:r>
        </a:p>
      </dgm:t>
    </dgm:pt>
    <dgm:pt modelId="{E9291F17-AB64-DB4D-8451-C0D37C1B0EFD}" type="parTrans" cxnId="{22C0A5E4-3C18-7744-A66B-3CACFCD38867}">
      <dgm:prSet/>
      <dgm:spPr/>
      <dgm:t>
        <a:bodyPr/>
        <a:lstStyle/>
        <a:p>
          <a:endParaRPr lang="en-US"/>
        </a:p>
      </dgm:t>
    </dgm:pt>
    <dgm:pt modelId="{902C358E-2307-AC42-8333-6EED8EAC13A7}" type="sibTrans" cxnId="{22C0A5E4-3C18-7744-A66B-3CACFCD38867}">
      <dgm:prSet/>
      <dgm:spPr/>
      <dgm:t>
        <a:bodyPr/>
        <a:lstStyle/>
        <a:p>
          <a:endParaRPr lang="en-US"/>
        </a:p>
      </dgm:t>
    </dgm:pt>
    <dgm:pt modelId="{F7340882-0C3B-0B4E-A345-D2407DC956DE}">
      <dgm:prSet phldrT="[Text]"/>
      <dgm:spPr/>
      <dgm:t>
        <a:bodyPr/>
        <a:lstStyle/>
        <a:p>
          <a:r>
            <a:rPr lang="en-US" dirty="0">
              <a:latin typeface="Comic Sans MS" charset="0"/>
              <a:ea typeface="Comic Sans MS" charset="0"/>
              <a:cs typeface="Comic Sans MS" charset="0"/>
            </a:rPr>
            <a:t>Comic Sans</a:t>
          </a:r>
        </a:p>
      </dgm:t>
    </dgm:pt>
    <dgm:pt modelId="{F3D3D634-9733-1F43-A1AE-68B3B79A27EB}" type="parTrans" cxnId="{049E00C1-0B22-B64B-8BB8-8D4DAB45EA11}">
      <dgm:prSet/>
      <dgm:spPr/>
      <dgm:t>
        <a:bodyPr/>
        <a:lstStyle/>
        <a:p>
          <a:endParaRPr lang="en-US"/>
        </a:p>
      </dgm:t>
    </dgm:pt>
    <dgm:pt modelId="{0FBC63C0-1A49-5946-9CB5-514E0F8A6D69}" type="sibTrans" cxnId="{049E00C1-0B22-B64B-8BB8-8D4DAB45EA11}">
      <dgm:prSet/>
      <dgm:spPr/>
      <dgm:t>
        <a:bodyPr/>
        <a:lstStyle/>
        <a:p>
          <a:endParaRPr lang="en-US"/>
        </a:p>
      </dgm:t>
    </dgm:pt>
    <dgm:pt modelId="{9D1D875C-8380-2943-BA4D-BECE84B03947}">
      <dgm:prSet phldrT="[Text]"/>
      <dgm:spPr/>
      <dgm:t>
        <a:bodyPr/>
        <a:lstStyle/>
        <a:p>
          <a:r>
            <a:rPr lang="en-US" dirty="0">
              <a:latin typeface="Helvetica" charset="0"/>
              <a:ea typeface="Helvetica" charset="0"/>
              <a:cs typeface="Helvetica" charset="0"/>
            </a:rPr>
            <a:t>Helvetica</a:t>
          </a:r>
        </a:p>
      </dgm:t>
    </dgm:pt>
    <dgm:pt modelId="{3F15CA21-A023-E049-A649-15107CD642BD}" type="parTrans" cxnId="{0374E4EE-8A05-7841-85E7-8185DCB72B5E}">
      <dgm:prSet/>
      <dgm:spPr/>
      <dgm:t>
        <a:bodyPr/>
        <a:lstStyle/>
        <a:p>
          <a:endParaRPr lang="en-US"/>
        </a:p>
      </dgm:t>
    </dgm:pt>
    <dgm:pt modelId="{64726012-026D-FF42-AF6C-3149BE98472E}" type="sibTrans" cxnId="{0374E4EE-8A05-7841-85E7-8185DCB72B5E}">
      <dgm:prSet/>
      <dgm:spPr/>
      <dgm:t>
        <a:bodyPr/>
        <a:lstStyle/>
        <a:p>
          <a:endParaRPr lang="en-US"/>
        </a:p>
      </dgm:t>
    </dgm:pt>
    <dgm:pt modelId="{483F3871-5E7F-5541-A613-9CCAD7A8071B}">
      <dgm:prSet phldrT="[Text]"/>
      <dgm:spPr/>
      <dgm:t>
        <a:bodyPr/>
        <a:lstStyle/>
        <a:p>
          <a:r>
            <a:rPr lang="en-US" dirty="0">
              <a:latin typeface="Verdana" charset="0"/>
              <a:ea typeface="Verdana" charset="0"/>
              <a:cs typeface="Verdana" charset="0"/>
            </a:rPr>
            <a:t>Verdana</a:t>
          </a:r>
        </a:p>
      </dgm:t>
    </dgm:pt>
    <dgm:pt modelId="{35F32F5D-3F56-9E46-BF16-3770D2D5AFBE}" type="parTrans" cxnId="{7B28FDAD-BC4A-2C44-9F3F-30325A9EE716}">
      <dgm:prSet/>
      <dgm:spPr/>
      <dgm:t>
        <a:bodyPr/>
        <a:lstStyle/>
        <a:p>
          <a:endParaRPr lang="en-US"/>
        </a:p>
      </dgm:t>
    </dgm:pt>
    <dgm:pt modelId="{2195A843-5DD8-F84E-ABB4-7678E22165D5}" type="sibTrans" cxnId="{7B28FDAD-BC4A-2C44-9F3F-30325A9EE716}">
      <dgm:prSet/>
      <dgm:spPr/>
      <dgm:t>
        <a:bodyPr/>
        <a:lstStyle/>
        <a:p>
          <a:endParaRPr lang="en-US"/>
        </a:p>
      </dgm:t>
    </dgm:pt>
    <dgm:pt modelId="{EDD5D6FB-F3EB-4148-A9C8-56CD3FE9EFE1}">
      <dgm:prSet phldrT="[Text]"/>
      <dgm:spPr/>
      <dgm:t>
        <a:bodyPr/>
        <a:lstStyle/>
        <a:p>
          <a:r>
            <a:rPr lang="en-US" dirty="0">
              <a:latin typeface="Geneva" charset="0"/>
              <a:ea typeface="Geneva" charset="0"/>
              <a:cs typeface="Geneva" charset="0"/>
            </a:rPr>
            <a:t>Geneva</a:t>
          </a:r>
        </a:p>
      </dgm:t>
    </dgm:pt>
    <dgm:pt modelId="{527E2335-BAA5-0F4E-B6C6-67ADE84AD85C}" type="parTrans" cxnId="{6CE21D9A-82A2-5B47-AF04-24F4FCF9CB72}">
      <dgm:prSet/>
      <dgm:spPr/>
      <dgm:t>
        <a:bodyPr/>
        <a:lstStyle/>
        <a:p>
          <a:endParaRPr lang="en-US"/>
        </a:p>
      </dgm:t>
    </dgm:pt>
    <dgm:pt modelId="{68852DCA-A01D-6546-96CE-3CE1435A99C1}" type="sibTrans" cxnId="{6CE21D9A-82A2-5B47-AF04-24F4FCF9CB72}">
      <dgm:prSet/>
      <dgm:spPr/>
      <dgm:t>
        <a:bodyPr/>
        <a:lstStyle/>
        <a:p>
          <a:endParaRPr lang="en-US"/>
        </a:p>
      </dgm:t>
    </dgm:pt>
    <dgm:pt modelId="{836F70A8-A780-3142-88CA-E8C61EDF15F2}">
      <dgm:prSet phldrT="[Text]"/>
      <dgm:spPr/>
      <dgm:t>
        <a:bodyPr/>
        <a:lstStyle/>
        <a:p>
          <a:r>
            <a:rPr lang="en-US" dirty="0">
              <a:latin typeface="Courier New" charset="0"/>
              <a:ea typeface="Courier New" charset="0"/>
              <a:cs typeface="Courier New" charset="0"/>
            </a:rPr>
            <a:t>Courier New</a:t>
          </a:r>
        </a:p>
      </dgm:t>
    </dgm:pt>
    <dgm:pt modelId="{D0867E2F-2CBD-B74D-9DF5-E61C83F47F06}" type="parTrans" cxnId="{9087FFD4-034B-3A4E-A750-827958FB51CE}">
      <dgm:prSet/>
      <dgm:spPr/>
      <dgm:t>
        <a:bodyPr/>
        <a:lstStyle/>
        <a:p>
          <a:endParaRPr lang="en-US"/>
        </a:p>
      </dgm:t>
    </dgm:pt>
    <dgm:pt modelId="{6E1B98D8-E282-104F-B227-89CC8D9C3E0C}" type="sibTrans" cxnId="{9087FFD4-034B-3A4E-A750-827958FB51CE}">
      <dgm:prSet/>
      <dgm:spPr/>
      <dgm:t>
        <a:bodyPr/>
        <a:lstStyle/>
        <a:p>
          <a:endParaRPr lang="en-US"/>
        </a:p>
      </dgm:t>
    </dgm:pt>
    <dgm:pt modelId="{202230EC-93DE-2B4D-BBBA-97E444861216}">
      <dgm:prSet phldrT="[Text]"/>
      <dgm:spPr/>
      <dgm:t>
        <a:bodyPr/>
        <a:lstStyle/>
        <a:p>
          <a:r>
            <a:rPr lang="en-US" dirty="0">
              <a:latin typeface="Monaco" charset="0"/>
              <a:ea typeface="Monaco" charset="0"/>
              <a:cs typeface="Monaco" charset="0"/>
            </a:rPr>
            <a:t>Monaco</a:t>
          </a:r>
        </a:p>
      </dgm:t>
    </dgm:pt>
    <dgm:pt modelId="{BCE4667E-602B-794E-B280-D8788A8552F7}" type="parTrans" cxnId="{B06B30CC-45DF-A543-983D-68F9C87B69C5}">
      <dgm:prSet/>
      <dgm:spPr/>
      <dgm:t>
        <a:bodyPr/>
        <a:lstStyle/>
        <a:p>
          <a:endParaRPr lang="en-US"/>
        </a:p>
      </dgm:t>
    </dgm:pt>
    <dgm:pt modelId="{23A52ED1-6D56-DF42-932D-F8618A5D48AA}" type="sibTrans" cxnId="{B06B30CC-45DF-A543-983D-68F9C87B69C5}">
      <dgm:prSet/>
      <dgm:spPr/>
      <dgm:t>
        <a:bodyPr/>
        <a:lstStyle/>
        <a:p>
          <a:endParaRPr lang="en-US"/>
        </a:p>
      </dgm:t>
    </dgm:pt>
    <dgm:pt modelId="{BE377A33-17F7-8B47-96AD-47020BD0C3D8}" type="pres">
      <dgm:prSet presAssocID="{E4A73C98-A4E0-4E46-AF9F-CA9FF57D30BB}" presName="list" presStyleCnt="0">
        <dgm:presLayoutVars>
          <dgm:dir/>
          <dgm:animLvl val="lvl"/>
        </dgm:presLayoutVars>
      </dgm:prSet>
      <dgm:spPr/>
    </dgm:pt>
    <dgm:pt modelId="{C6BB6471-6A89-9448-816D-60B4EE820E4F}" type="pres">
      <dgm:prSet presAssocID="{4453E5A2-EEBD-1542-AD60-699FA111186D}" presName="posSpace" presStyleCnt="0"/>
      <dgm:spPr/>
    </dgm:pt>
    <dgm:pt modelId="{3223D11E-5395-BD49-BDB2-8F3D129E42AC}" type="pres">
      <dgm:prSet presAssocID="{4453E5A2-EEBD-1542-AD60-699FA111186D}" presName="vertFlow" presStyleCnt="0"/>
      <dgm:spPr/>
    </dgm:pt>
    <dgm:pt modelId="{7773FB32-AA9F-C544-925D-1B1A589CE984}" type="pres">
      <dgm:prSet presAssocID="{4453E5A2-EEBD-1542-AD60-699FA111186D}" presName="topSpace" presStyleCnt="0"/>
      <dgm:spPr/>
    </dgm:pt>
    <dgm:pt modelId="{6AF09D48-9B7F-F340-839F-AF3D3A2B8499}" type="pres">
      <dgm:prSet presAssocID="{4453E5A2-EEBD-1542-AD60-699FA111186D}" presName="firstComp" presStyleCnt="0"/>
      <dgm:spPr/>
    </dgm:pt>
    <dgm:pt modelId="{254E9AB0-8E80-4648-B29A-C6FB9C0E10F9}" type="pres">
      <dgm:prSet presAssocID="{4453E5A2-EEBD-1542-AD60-699FA111186D}" presName="firstChild" presStyleLbl="bgAccFollowNode1" presStyleIdx="0" presStyleCnt="11"/>
      <dgm:spPr/>
    </dgm:pt>
    <dgm:pt modelId="{6E199C74-BADC-734D-8D06-FD37E4FCC31C}" type="pres">
      <dgm:prSet presAssocID="{4453E5A2-EEBD-1542-AD60-699FA111186D}" presName="firstChildTx" presStyleLbl="bgAccFollowNode1" presStyleIdx="0" presStyleCnt="11">
        <dgm:presLayoutVars>
          <dgm:bulletEnabled val="1"/>
        </dgm:presLayoutVars>
      </dgm:prSet>
      <dgm:spPr/>
    </dgm:pt>
    <dgm:pt modelId="{24E190C0-FCC1-C841-86CC-C50507220C57}" type="pres">
      <dgm:prSet presAssocID="{3703A699-091A-104C-93C7-F4FF28A1C22E}" presName="comp" presStyleCnt="0"/>
      <dgm:spPr/>
    </dgm:pt>
    <dgm:pt modelId="{6979A7BE-D4DE-2945-8596-0D2A30D4EC70}" type="pres">
      <dgm:prSet presAssocID="{3703A699-091A-104C-93C7-F4FF28A1C22E}" presName="child" presStyleLbl="bgAccFollowNode1" presStyleIdx="1" presStyleCnt="11"/>
      <dgm:spPr/>
    </dgm:pt>
    <dgm:pt modelId="{F1B32BAC-F700-BD4F-A085-908056BC1BBD}" type="pres">
      <dgm:prSet presAssocID="{3703A699-091A-104C-93C7-F4FF28A1C22E}" presName="childTx" presStyleLbl="bgAccFollowNode1" presStyleIdx="1" presStyleCnt="11">
        <dgm:presLayoutVars>
          <dgm:bulletEnabled val="1"/>
        </dgm:presLayoutVars>
      </dgm:prSet>
      <dgm:spPr/>
    </dgm:pt>
    <dgm:pt modelId="{C7DD8E5C-8112-9643-9F88-A6652DADA56D}" type="pres">
      <dgm:prSet presAssocID="{5A97F3CD-25BB-604E-8D0B-DC6DFE700A2E}" presName="comp" presStyleCnt="0"/>
      <dgm:spPr/>
    </dgm:pt>
    <dgm:pt modelId="{F1F777B7-87C6-E346-B237-63C5B361F18B}" type="pres">
      <dgm:prSet presAssocID="{5A97F3CD-25BB-604E-8D0B-DC6DFE700A2E}" presName="child" presStyleLbl="bgAccFollowNode1" presStyleIdx="2" presStyleCnt="11"/>
      <dgm:spPr/>
    </dgm:pt>
    <dgm:pt modelId="{E760CB65-7C9F-3E47-8853-3ACC2DB4E3C6}" type="pres">
      <dgm:prSet presAssocID="{5A97F3CD-25BB-604E-8D0B-DC6DFE700A2E}" presName="childTx" presStyleLbl="bgAccFollowNode1" presStyleIdx="2" presStyleCnt="11">
        <dgm:presLayoutVars>
          <dgm:bulletEnabled val="1"/>
        </dgm:presLayoutVars>
      </dgm:prSet>
      <dgm:spPr/>
    </dgm:pt>
    <dgm:pt modelId="{3BB0D3E3-EC94-E245-ADBD-BC365D1BDBAB}" type="pres">
      <dgm:prSet presAssocID="{4453E5A2-EEBD-1542-AD60-699FA111186D}" presName="negSpace" presStyleCnt="0"/>
      <dgm:spPr/>
    </dgm:pt>
    <dgm:pt modelId="{4D82E9A6-2CDA-DA49-8D52-9A82270F60B7}" type="pres">
      <dgm:prSet presAssocID="{4453E5A2-EEBD-1542-AD60-699FA111186D}" presName="circle" presStyleLbl="node1" presStyleIdx="0" presStyleCnt="4"/>
      <dgm:spPr/>
    </dgm:pt>
    <dgm:pt modelId="{C3E92CBA-28E1-F742-BC4C-BFFD6BDAEE27}" type="pres">
      <dgm:prSet presAssocID="{CBBFEB5A-92CB-404E-AF46-3A10AC320521}" presName="transSpace" presStyleCnt="0"/>
      <dgm:spPr/>
    </dgm:pt>
    <dgm:pt modelId="{53AD8390-BB77-C045-8E19-A339A8E74415}" type="pres">
      <dgm:prSet presAssocID="{2509E5D9-FC3F-D744-BCC3-5B09A324B9FE}" presName="posSpace" presStyleCnt="0"/>
      <dgm:spPr/>
    </dgm:pt>
    <dgm:pt modelId="{C0C83432-2C52-E249-B715-C8C94579A66A}" type="pres">
      <dgm:prSet presAssocID="{2509E5D9-FC3F-D744-BCC3-5B09A324B9FE}" presName="vertFlow" presStyleCnt="0"/>
      <dgm:spPr/>
    </dgm:pt>
    <dgm:pt modelId="{7A2DA421-76FE-9D49-A6E3-EBF3D03FB51B}" type="pres">
      <dgm:prSet presAssocID="{2509E5D9-FC3F-D744-BCC3-5B09A324B9FE}" presName="topSpace" presStyleCnt="0"/>
      <dgm:spPr/>
    </dgm:pt>
    <dgm:pt modelId="{C1243FD4-B27D-F14D-A876-43F2C96EACF7}" type="pres">
      <dgm:prSet presAssocID="{2509E5D9-FC3F-D744-BCC3-5B09A324B9FE}" presName="firstComp" presStyleCnt="0"/>
      <dgm:spPr/>
    </dgm:pt>
    <dgm:pt modelId="{F397CCC5-15A7-554B-8799-538DD55DEDE2}" type="pres">
      <dgm:prSet presAssocID="{2509E5D9-FC3F-D744-BCC3-5B09A324B9FE}" presName="firstChild" presStyleLbl="bgAccFollowNode1" presStyleIdx="3" presStyleCnt="11"/>
      <dgm:spPr/>
    </dgm:pt>
    <dgm:pt modelId="{F2F39D55-B898-054B-A752-695D2A55C54C}" type="pres">
      <dgm:prSet presAssocID="{2509E5D9-FC3F-D744-BCC3-5B09A324B9FE}" presName="firstChildTx" presStyleLbl="bgAccFollowNode1" presStyleIdx="3" presStyleCnt="11">
        <dgm:presLayoutVars>
          <dgm:bulletEnabled val="1"/>
        </dgm:presLayoutVars>
      </dgm:prSet>
      <dgm:spPr/>
    </dgm:pt>
    <dgm:pt modelId="{AB29C445-9561-834D-A2E8-D3E95D4606BC}" type="pres">
      <dgm:prSet presAssocID="{9D1D875C-8380-2943-BA4D-BECE84B03947}" presName="comp" presStyleCnt="0"/>
      <dgm:spPr/>
    </dgm:pt>
    <dgm:pt modelId="{A6AC4DC9-D799-A246-A851-2D651072A729}" type="pres">
      <dgm:prSet presAssocID="{9D1D875C-8380-2943-BA4D-BECE84B03947}" presName="child" presStyleLbl="bgAccFollowNode1" presStyleIdx="4" presStyleCnt="11"/>
      <dgm:spPr/>
    </dgm:pt>
    <dgm:pt modelId="{FB2C122D-D2CB-CD49-89AE-0D14F11735AC}" type="pres">
      <dgm:prSet presAssocID="{9D1D875C-8380-2943-BA4D-BECE84B03947}" presName="childTx" presStyleLbl="bgAccFollowNode1" presStyleIdx="4" presStyleCnt="11">
        <dgm:presLayoutVars>
          <dgm:bulletEnabled val="1"/>
        </dgm:presLayoutVars>
      </dgm:prSet>
      <dgm:spPr/>
    </dgm:pt>
    <dgm:pt modelId="{370BD898-C03A-8947-B7D7-AEB29CE0899D}" type="pres">
      <dgm:prSet presAssocID="{483F3871-5E7F-5541-A613-9CCAD7A8071B}" presName="comp" presStyleCnt="0"/>
      <dgm:spPr/>
    </dgm:pt>
    <dgm:pt modelId="{79C580DA-1D76-5840-ABAC-9C7407FE68E5}" type="pres">
      <dgm:prSet presAssocID="{483F3871-5E7F-5541-A613-9CCAD7A8071B}" presName="child" presStyleLbl="bgAccFollowNode1" presStyleIdx="5" presStyleCnt="11"/>
      <dgm:spPr/>
    </dgm:pt>
    <dgm:pt modelId="{2BBAF357-DFC3-0048-96DD-8A12723F3DB9}" type="pres">
      <dgm:prSet presAssocID="{483F3871-5E7F-5541-A613-9CCAD7A8071B}" presName="childTx" presStyleLbl="bgAccFollowNode1" presStyleIdx="5" presStyleCnt="11">
        <dgm:presLayoutVars>
          <dgm:bulletEnabled val="1"/>
        </dgm:presLayoutVars>
      </dgm:prSet>
      <dgm:spPr/>
    </dgm:pt>
    <dgm:pt modelId="{F68E01E8-E6B0-A84E-A8B8-7B6CE353FB1D}" type="pres">
      <dgm:prSet presAssocID="{EDD5D6FB-F3EB-4148-A9C8-56CD3FE9EFE1}" presName="comp" presStyleCnt="0"/>
      <dgm:spPr/>
    </dgm:pt>
    <dgm:pt modelId="{B38FBD4D-0ACE-EC40-BF59-9B10DD4E3685}" type="pres">
      <dgm:prSet presAssocID="{EDD5D6FB-F3EB-4148-A9C8-56CD3FE9EFE1}" presName="child" presStyleLbl="bgAccFollowNode1" presStyleIdx="6" presStyleCnt="11"/>
      <dgm:spPr/>
    </dgm:pt>
    <dgm:pt modelId="{A04F0A93-1593-AA4E-985C-1A09EB657CB6}" type="pres">
      <dgm:prSet presAssocID="{EDD5D6FB-F3EB-4148-A9C8-56CD3FE9EFE1}" presName="childTx" presStyleLbl="bgAccFollowNode1" presStyleIdx="6" presStyleCnt="11">
        <dgm:presLayoutVars>
          <dgm:bulletEnabled val="1"/>
        </dgm:presLayoutVars>
      </dgm:prSet>
      <dgm:spPr/>
    </dgm:pt>
    <dgm:pt modelId="{9DC2A78C-DAE7-FF49-963B-0EAB78D2E3DE}" type="pres">
      <dgm:prSet presAssocID="{2509E5D9-FC3F-D744-BCC3-5B09A324B9FE}" presName="negSpace" presStyleCnt="0"/>
      <dgm:spPr/>
    </dgm:pt>
    <dgm:pt modelId="{B84F622A-1ED4-F349-A8D2-EC5F55F83A56}" type="pres">
      <dgm:prSet presAssocID="{2509E5D9-FC3F-D744-BCC3-5B09A324B9FE}" presName="circle" presStyleLbl="node1" presStyleIdx="1" presStyleCnt="4"/>
      <dgm:spPr/>
    </dgm:pt>
    <dgm:pt modelId="{D2820F84-E8CE-8441-8D73-1EADC4EB9BF7}" type="pres">
      <dgm:prSet presAssocID="{FD60F07C-181A-014C-B9FF-DE74CFE76EE6}" presName="transSpace" presStyleCnt="0"/>
      <dgm:spPr/>
    </dgm:pt>
    <dgm:pt modelId="{93B596A2-A3F9-324C-B454-0AF79DB577A1}" type="pres">
      <dgm:prSet presAssocID="{7BEB3D7C-3567-A145-BA0A-528E7CD34D82}" presName="posSpace" presStyleCnt="0"/>
      <dgm:spPr/>
    </dgm:pt>
    <dgm:pt modelId="{F407E054-7BC3-484A-9E16-C94C671C7E32}" type="pres">
      <dgm:prSet presAssocID="{7BEB3D7C-3567-A145-BA0A-528E7CD34D82}" presName="vertFlow" presStyleCnt="0"/>
      <dgm:spPr/>
    </dgm:pt>
    <dgm:pt modelId="{ECC9202D-2B6D-494A-88BA-E3B114F7070D}" type="pres">
      <dgm:prSet presAssocID="{7BEB3D7C-3567-A145-BA0A-528E7CD34D82}" presName="topSpace" presStyleCnt="0"/>
      <dgm:spPr/>
    </dgm:pt>
    <dgm:pt modelId="{E2CD7E27-183B-F043-A1C0-DB88A60EA06D}" type="pres">
      <dgm:prSet presAssocID="{7BEB3D7C-3567-A145-BA0A-528E7CD34D82}" presName="firstComp" presStyleCnt="0"/>
      <dgm:spPr/>
    </dgm:pt>
    <dgm:pt modelId="{CD0DB259-17BA-4A46-B44A-1A032A3962B8}" type="pres">
      <dgm:prSet presAssocID="{7BEB3D7C-3567-A145-BA0A-528E7CD34D82}" presName="firstChild" presStyleLbl="bgAccFollowNode1" presStyleIdx="7" presStyleCnt="11"/>
      <dgm:spPr/>
    </dgm:pt>
    <dgm:pt modelId="{7BAC4896-97F7-6047-A394-707E40A2E264}" type="pres">
      <dgm:prSet presAssocID="{7BEB3D7C-3567-A145-BA0A-528E7CD34D82}" presName="firstChildTx" presStyleLbl="bgAccFollowNode1" presStyleIdx="7" presStyleCnt="11">
        <dgm:presLayoutVars>
          <dgm:bulletEnabled val="1"/>
        </dgm:presLayoutVars>
      </dgm:prSet>
      <dgm:spPr/>
    </dgm:pt>
    <dgm:pt modelId="{DCE9CB95-B99A-E64C-A30C-5B63BD4293C0}" type="pres">
      <dgm:prSet presAssocID="{836F70A8-A780-3142-88CA-E8C61EDF15F2}" presName="comp" presStyleCnt="0"/>
      <dgm:spPr/>
    </dgm:pt>
    <dgm:pt modelId="{9C20E73B-6ABB-5847-A4F8-8482F62B8EE3}" type="pres">
      <dgm:prSet presAssocID="{836F70A8-A780-3142-88CA-E8C61EDF15F2}" presName="child" presStyleLbl="bgAccFollowNode1" presStyleIdx="8" presStyleCnt="11"/>
      <dgm:spPr/>
    </dgm:pt>
    <dgm:pt modelId="{347A637B-D97C-9444-A601-E1F8F9D5EDB1}" type="pres">
      <dgm:prSet presAssocID="{836F70A8-A780-3142-88CA-E8C61EDF15F2}" presName="childTx" presStyleLbl="bgAccFollowNode1" presStyleIdx="8" presStyleCnt="11">
        <dgm:presLayoutVars>
          <dgm:bulletEnabled val="1"/>
        </dgm:presLayoutVars>
      </dgm:prSet>
      <dgm:spPr/>
    </dgm:pt>
    <dgm:pt modelId="{83B60644-1BB1-824F-8C74-2FCBE84B357C}" type="pres">
      <dgm:prSet presAssocID="{202230EC-93DE-2B4D-BBBA-97E444861216}" presName="comp" presStyleCnt="0"/>
      <dgm:spPr/>
    </dgm:pt>
    <dgm:pt modelId="{60844A20-98CB-A946-B755-252973C79715}" type="pres">
      <dgm:prSet presAssocID="{202230EC-93DE-2B4D-BBBA-97E444861216}" presName="child" presStyleLbl="bgAccFollowNode1" presStyleIdx="9" presStyleCnt="11"/>
      <dgm:spPr/>
    </dgm:pt>
    <dgm:pt modelId="{8AEAF3C7-1B09-864B-9E05-CB644130BA50}" type="pres">
      <dgm:prSet presAssocID="{202230EC-93DE-2B4D-BBBA-97E444861216}" presName="childTx" presStyleLbl="bgAccFollowNode1" presStyleIdx="9" presStyleCnt="11">
        <dgm:presLayoutVars>
          <dgm:bulletEnabled val="1"/>
        </dgm:presLayoutVars>
      </dgm:prSet>
      <dgm:spPr/>
    </dgm:pt>
    <dgm:pt modelId="{3B3D1ABA-A321-ED4D-BA2D-09E07E791908}" type="pres">
      <dgm:prSet presAssocID="{7BEB3D7C-3567-A145-BA0A-528E7CD34D82}" presName="negSpace" presStyleCnt="0"/>
      <dgm:spPr/>
    </dgm:pt>
    <dgm:pt modelId="{915C19FA-4CBD-AD41-9ED1-8FD81AC02A5A}" type="pres">
      <dgm:prSet presAssocID="{7BEB3D7C-3567-A145-BA0A-528E7CD34D82}" presName="circle" presStyleLbl="node1" presStyleIdx="2" presStyleCnt="4"/>
      <dgm:spPr/>
    </dgm:pt>
    <dgm:pt modelId="{D9D46B45-CB71-DD49-BD86-3FD2002F9D6E}" type="pres">
      <dgm:prSet presAssocID="{EA21EAF3-58D3-4A40-9E31-806A81676827}" presName="transSpace" presStyleCnt="0"/>
      <dgm:spPr/>
    </dgm:pt>
    <dgm:pt modelId="{17383380-E6C9-0E42-9D15-32FD331EF782}" type="pres">
      <dgm:prSet presAssocID="{5368FF97-4059-284E-BF31-747CCF450903}" presName="posSpace" presStyleCnt="0"/>
      <dgm:spPr/>
    </dgm:pt>
    <dgm:pt modelId="{C4E60BE3-B3FC-294F-858F-1604A45BFC61}" type="pres">
      <dgm:prSet presAssocID="{5368FF97-4059-284E-BF31-747CCF450903}" presName="vertFlow" presStyleCnt="0"/>
      <dgm:spPr/>
    </dgm:pt>
    <dgm:pt modelId="{919FD4B9-A5B3-404E-8D4E-E6CB4D35E245}" type="pres">
      <dgm:prSet presAssocID="{5368FF97-4059-284E-BF31-747CCF450903}" presName="topSpace" presStyleCnt="0"/>
      <dgm:spPr/>
    </dgm:pt>
    <dgm:pt modelId="{9A47B5E1-82BC-4B45-BF6D-FEE47948E863}" type="pres">
      <dgm:prSet presAssocID="{5368FF97-4059-284E-BF31-747CCF450903}" presName="firstComp" presStyleCnt="0"/>
      <dgm:spPr/>
    </dgm:pt>
    <dgm:pt modelId="{3251EC2E-F026-784F-AAD3-1CC6AAB07344}" type="pres">
      <dgm:prSet presAssocID="{5368FF97-4059-284E-BF31-747CCF450903}" presName="firstChild" presStyleLbl="bgAccFollowNode1" presStyleIdx="10" presStyleCnt="11"/>
      <dgm:spPr/>
    </dgm:pt>
    <dgm:pt modelId="{F814E728-CD50-5E4C-899E-B96CCFCA9591}" type="pres">
      <dgm:prSet presAssocID="{5368FF97-4059-284E-BF31-747CCF450903}" presName="firstChildTx" presStyleLbl="bgAccFollowNode1" presStyleIdx="10" presStyleCnt="11">
        <dgm:presLayoutVars>
          <dgm:bulletEnabled val="1"/>
        </dgm:presLayoutVars>
      </dgm:prSet>
      <dgm:spPr/>
    </dgm:pt>
    <dgm:pt modelId="{12BC0055-432F-E446-8D0A-CD8CB28904B1}" type="pres">
      <dgm:prSet presAssocID="{5368FF97-4059-284E-BF31-747CCF450903}" presName="negSpace" presStyleCnt="0"/>
      <dgm:spPr/>
    </dgm:pt>
    <dgm:pt modelId="{ECA8B4C0-DC94-8B4B-A6B8-FADE036A406A}" type="pres">
      <dgm:prSet presAssocID="{5368FF97-4059-284E-BF31-747CCF450903}" presName="circle" presStyleLbl="node1" presStyleIdx="3" presStyleCnt="4"/>
      <dgm:spPr/>
    </dgm:pt>
  </dgm:ptLst>
  <dgm:cxnLst>
    <dgm:cxn modelId="{30A2EA00-CA47-7C4D-BDD2-FE99B8867AE4}" type="presOf" srcId="{CFA21C0E-8727-3144-AAD3-4AD448CE7012}" destId="{F397CCC5-15A7-554B-8799-538DD55DEDE2}" srcOrd="0" destOrd="0" presId="urn:microsoft.com/office/officeart/2005/8/layout/hList9"/>
    <dgm:cxn modelId="{E50D7B04-A556-784B-9C46-35480420FF30}" type="presOf" srcId="{2509E5D9-FC3F-D744-BCC3-5B09A324B9FE}" destId="{B84F622A-1ED4-F349-A8D2-EC5F55F83A56}" srcOrd="0" destOrd="0" presId="urn:microsoft.com/office/officeart/2005/8/layout/hList9"/>
    <dgm:cxn modelId="{DAD05C05-BC6F-1D4E-8C1E-E3F47F6B5B64}" type="presOf" srcId="{483F3871-5E7F-5541-A613-9CCAD7A8071B}" destId="{79C580DA-1D76-5840-ABAC-9C7407FE68E5}" srcOrd="0" destOrd="0" presId="urn:microsoft.com/office/officeart/2005/8/layout/hList9"/>
    <dgm:cxn modelId="{35F64809-C459-D841-A63A-91B6C0110867}" srcId="{E4A73C98-A4E0-4E46-AF9F-CA9FF57D30BB}" destId="{7BEB3D7C-3567-A145-BA0A-528E7CD34D82}" srcOrd="2" destOrd="0" parTransId="{97CAD164-F2B7-0C41-A202-DD75CBCDCD40}" sibTransId="{EA21EAF3-58D3-4A40-9E31-806A81676827}"/>
    <dgm:cxn modelId="{2565D70C-E613-7741-B403-3100AAA76FC5}" type="presOf" srcId="{202230EC-93DE-2B4D-BBBA-97E444861216}" destId="{8AEAF3C7-1B09-864B-9E05-CB644130BA50}" srcOrd="1" destOrd="0" presId="urn:microsoft.com/office/officeart/2005/8/layout/hList9"/>
    <dgm:cxn modelId="{910CFF0C-77C0-424B-BF44-7B2202781C6C}" type="presOf" srcId="{5A97F3CD-25BB-604E-8D0B-DC6DFE700A2E}" destId="{E760CB65-7C9F-3E47-8853-3ACC2DB4E3C6}" srcOrd="1" destOrd="0" presId="urn:microsoft.com/office/officeart/2005/8/layout/hList9"/>
    <dgm:cxn modelId="{37F6F111-1BB5-7047-87F7-F0A52799EF7D}" type="presOf" srcId="{4453E5A2-EEBD-1542-AD60-699FA111186D}" destId="{4D82E9A6-2CDA-DA49-8D52-9A82270F60B7}" srcOrd="0" destOrd="0" presId="urn:microsoft.com/office/officeart/2005/8/layout/hList9"/>
    <dgm:cxn modelId="{DCD41018-9767-D647-AC67-158824073970}" type="presOf" srcId="{5368FF97-4059-284E-BF31-747CCF450903}" destId="{ECA8B4C0-DC94-8B4B-A6B8-FADE036A406A}" srcOrd="0" destOrd="0" presId="urn:microsoft.com/office/officeart/2005/8/layout/hList9"/>
    <dgm:cxn modelId="{BB0B7A30-B61B-4849-852E-4FE231C008A9}" type="presOf" srcId="{F7340882-0C3B-0B4E-A345-D2407DC956DE}" destId="{3251EC2E-F026-784F-AAD3-1CC6AAB07344}" srcOrd="0" destOrd="0" presId="urn:microsoft.com/office/officeart/2005/8/layout/hList9"/>
    <dgm:cxn modelId="{5EE74E38-0D1D-1446-AAA0-40F636E5C33A}" srcId="{4453E5A2-EEBD-1542-AD60-699FA111186D}" destId="{5A97F3CD-25BB-604E-8D0B-DC6DFE700A2E}" srcOrd="2" destOrd="0" parTransId="{ABD32A93-0B11-7341-B225-1EEC9F3251A2}" sibTransId="{5BCD3D58-F57F-A849-8943-0B3BAFD55CD7}"/>
    <dgm:cxn modelId="{8E04463D-3D67-EC4A-9A63-05CB283D40E6}" type="presOf" srcId="{836F70A8-A780-3142-88CA-E8C61EDF15F2}" destId="{347A637B-D97C-9444-A601-E1F8F9D5EDB1}" srcOrd="1" destOrd="0" presId="urn:microsoft.com/office/officeart/2005/8/layout/hList9"/>
    <dgm:cxn modelId="{463C5A3E-F037-2142-95ED-21B2AA48CC4B}" type="presOf" srcId="{202230EC-93DE-2B4D-BBBA-97E444861216}" destId="{60844A20-98CB-A946-B755-252973C79715}" srcOrd="0" destOrd="0" presId="urn:microsoft.com/office/officeart/2005/8/layout/hList9"/>
    <dgm:cxn modelId="{D775315E-4C16-D145-8CAC-E42BA8809624}" type="presOf" srcId="{71E85BD7-2EA4-9C4B-85D2-FEC2C3B2282C}" destId="{7BAC4896-97F7-6047-A394-707E40A2E264}" srcOrd="1" destOrd="0" presId="urn:microsoft.com/office/officeart/2005/8/layout/hList9"/>
    <dgm:cxn modelId="{ABB3AB48-6752-D849-9D96-959D3777D00E}" srcId="{7BEB3D7C-3567-A145-BA0A-528E7CD34D82}" destId="{71E85BD7-2EA4-9C4B-85D2-FEC2C3B2282C}" srcOrd="0" destOrd="0" parTransId="{B3BDFD0A-B70D-C048-A3CC-4DFDBE02D0D0}" sibTransId="{BBD489CA-5A16-AF49-A0A5-86C1458B24F0}"/>
    <dgm:cxn modelId="{F04D7B6B-E7D6-4741-A828-101A878A87B3}" srcId="{2509E5D9-FC3F-D744-BCC3-5B09A324B9FE}" destId="{CFA21C0E-8727-3144-AAD3-4AD448CE7012}" srcOrd="0" destOrd="0" parTransId="{351404F3-B700-6447-8FFC-4FAAF2997527}" sibTransId="{224DD82D-A7DC-DF4A-AE12-9B407E5C92E0}"/>
    <dgm:cxn modelId="{34AE6C6C-451E-7842-BDD1-5BEC9C6945B4}" type="presOf" srcId="{E4A73C98-A4E0-4E46-AF9F-CA9FF57D30BB}" destId="{BE377A33-17F7-8B47-96AD-47020BD0C3D8}" srcOrd="0" destOrd="0" presId="urn:microsoft.com/office/officeart/2005/8/layout/hList9"/>
    <dgm:cxn modelId="{A6D01D50-870F-884F-8FFF-554AF0785648}" type="presOf" srcId="{3703A699-091A-104C-93C7-F4FF28A1C22E}" destId="{F1B32BAC-F700-BD4F-A085-908056BC1BBD}" srcOrd="1" destOrd="0" presId="urn:microsoft.com/office/officeart/2005/8/layout/hList9"/>
    <dgm:cxn modelId="{519AD870-AA46-FD41-9F0B-95D164C90BC6}" type="presOf" srcId="{CFA21C0E-8727-3144-AAD3-4AD448CE7012}" destId="{F2F39D55-B898-054B-A752-695D2A55C54C}" srcOrd="1" destOrd="0" presId="urn:microsoft.com/office/officeart/2005/8/layout/hList9"/>
    <dgm:cxn modelId="{85260576-E030-F949-9AFD-43AF7069EDB7}" type="presOf" srcId="{3703A699-091A-104C-93C7-F4FF28A1C22E}" destId="{6979A7BE-D4DE-2945-8596-0D2A30D4EC70}" srcOrd="0" destOrd="0" presId="urn:microsoft.com/office/officeart/2005/8/layout/hList9"/>
    <dgm:cxn modelId="{FC6D1759-286B-BA4E-B3CC-A00A2182B245}" srcId="{E4A73C98-A4E0-4E46-AF9F-CA9FF57D30BB}" destId="{4453E5A2-EEBD-1542-AD60-699FA111186D}" srcOrd="0" destOrd="0" parTransId="{CB6CB9CB-13BA-904A-ACDB-3B6BE327DAE4}" sibTransId="{CBBFEB5A-92CB-404E-AF46-3A10AC320521}"/>
    <dgm:cxn modelId="{A15DA37A-DD37-B347-B3F9-1239062108B0}" type="presOf" srcId="{4559CCAF-2FC7-7344-9BA3-AEF9D9358EF6}" destId="{254E9AB0-8E80-4648-B29A-C6FB9C0E10F9}" srcOrd="0" destOrd="0" presId="urn:microsoft.com/office/officeart/2005/8/layout/hList9"/>
    <dgm:cxn modelId="{5842B47B-1EB2-3E4F-BF71-BD8BE5763113}" srcId="{4453E5A2-EEBD-1542-AD60-699FA111186D}" destId="{4559CCAF-2FC7-7344-9BA3-AEF9D9358EF6}" srcOrd="0" destOrd="0" parTransId="{79205EF0-A66C-2546-9AB6-5A03C70480D5}" sibTransId="{E352CEF0-6C51-F048-AD15-8A61810DFBC6}"/>
    <dgm:cxn modelId="{7A6C8F86-0100-024B-9F4F-97BEAF8040CA}" type="presOf" srcId="{9D1D875C-8380-2943-BA4D-BECE84B03947}" destId="{FB2C122D-D2CB-CD49-89AE-0D14F11735AC}" srcOrd="1" destOrd="0" presId="urn:microsoft.com/office/officeart/2005/8/layout/hList9"/>
    <dgm:cxn modelId="{47C03689-FD45-6844-86C6-8C3079C5271B}" type="presOf" srcId="{EDD5D6FB-F3EB-4148-A9C8-56CD3FE9EFE1}" destId="{A04F0A93-1593-AA4E-985C-1A09EB657CB6}" srcOrd="1" destOrd="0" presId="urn:microsoft.com/office/officeart/2005/8/layout/hList9"/>
    <dgm:cxn modelId="{1556388A-195F-B94E-AE0F-DEEB4AC238EA}" type="presOf" srcId="{EDD5D6FB-F3EB-4148-A9C8-56CD3FE9EFE1}" destId="{B38FBD4D-0ACE-EC40-BF59-9B10DD4E3685}" srcOrd="0" destOrd="0" presId="urn:microsoft.com/office/officeart/2005/8/layout/hList9"/>
    <dgm:cxn modelId="{7FF38194-C545-BF4F-8F69-7DBFB90CD753}" srcId="{4453E5A2-EEBD-1542-AD60-699FA111186D}" destId="{3703A699-091A-104C-93C7-F4FF28A1C22E}" srcOrd="1" destOrd="0" parTransId="{780B689F-523A-1745-A861-D5C9E966B944}" sibTransId="{A1358F8E-EB3B-6C4B-AF43-55C2898409CF}"/>
    <dgm:cxn modelId="{E366FB94-82D4-574C-BE55-B1593A506EB8}" type="presOf" srcId="{836F70A8-A780-3142-88CA-E8C61EDF15F2}" destId="{9C20E73B-6ABB-5847-A4F8-8482F62B8EE3}" srcOrd="0" destOrd="0" presId="urn:microsoft.com/office/officeart/2005/8/layout/hList9"/>
    <dgm:cxn modelId="{00B82096-A94A-7446-82C2-961605DDE52C}" type="presOf" srcId="{71E85BD7-2EA4-9C4B-85D2-FEC2C3B2282C}" destId="{CD0DB259-17BA-4A46-B44A-1A032A3962B8}" srcOrd="0" destOrd="0" presId="urn:microsoft.com/office/officeart/2005/8/layout/hList9"/>
    <dgm:cxn modelId="{4D6A0B98-F7F0-9149-B9D5-38C81D307FB1}" type="presOf" srcId="{4559CCAF-2FC7-7344-9BA3-AEF9D9358EF6}" destId="{6E199C74-BADC-734D-8D06-FD37E4FCC31C}" srcOrd="1" destOrd="0" presId="urn:microsoft.com/office/officeart/2005/8/layout/hList9"/>
    <dgm:cxn modelId="{6CE21D9A-82A2-5B47-AF04-24F4FCF9CB72}" srcId="{2509E5D9-FC3F-D744-BCC3-5B09A324B9FE}" destId="{EDD5D6FB-F3EB-4148-A9C8-56CD3FE9EFE1}" srcOrd="3" destOrd="0" parTransId="{527E2335-BAA5-0F4E-B6C6-67ADE84AD85C}" sibTransId="{68852DCA-A01D-6546-96CE-3CE1435A99C1}"/>
    <dgm:cxn modelId="{F717569E-6F72-D944-95F8-A9A54928D8C4}" type="presOf" srcId="{F7340882-0C3B-0B4E-A345-D2407DC956DE}" destId="{F814E728-CD50-5E4C-899E-B96CCFCA9591}" srcOrd="1" destOrd="0" presId="urn:microsoft.com/office/officeart/2005/8/layout/hList9"/>
    <dgm:cxn modelId="{7B28FDAD-BC4A-2C44-9F3F-30325A9EE716}" srcId="{2509E5D9-FC3F-D744-BCC3-5B09A324B9FE}" destId="{483F3871-5E7F-5541-A613-9CCAD7A8071B}" srcOrd="2" destOrd="0" parTransId="{35F32F5D-3F56-9E46-BF16-3770D2D5AFBE}" sibTransId="{2195A843-5DD8-F84E-ABB4-7678E22165D5}"/>
    <dgm:cxn modelId="{A7408EB8-2434-8D41-AD33-E5D3F01C2263}" type="presOf" srcId="{5A97F3CD-25BB-604E-8D0B-DC6DFE700A2E}" destId="{F1F777B7-87C6-E346-B237-63C5B361F18B}" srcOrd="0" destOrd="0" presId="urn:microsoft.com/office/officeart/2005/8/layout/hList9"/>
    <dgm:cxn modelId="{049E00C1-0B22-B64B-8BB8-8D4DAB45EA11}" srcId="{5368FF97-4059-284E-BF31-747CCF450903}" destId="{F7340882-0C3B-0B4E-A345-D2407DC956DE}" srcOrd="0" destOrd="0" parTransId="{F3D3D634-9733-1F43-A1AE-68B3B79A27EB}" sibTransId="{0FBC63C0-1A49-5946-9CB5-514E0F8A6D69}"/>
    <dgm:cxn modelId="{B06B30CC-45DF-A543-983D-68F9C87B69C5}" srcId="{7BEB3D7C-3567-A145-BA0A-528E7CD34D82}" destId="{202230EC-93DE-2B4D-BBBA-97E444861216}" srcOrd="2" destOrd="0" parTransId="{BCE4667E-602B-794E-B280-D8788A8552F7}" sibTransId="{23A52ED1-6D56-DF42-932D-F8618A5D48AA}"/>
    <dgm:cxn modelId="{9087FFD4-034B-3A4E-A750-827958FB51CE}" srcId="{7BEB3D7C-3567-A145-BA0A-528E7CD34D82}" destId="{836F70A8-A780-3142-88CA-E8C61EDF15F2}" srcOrd="1" destOrd="0" parTransId="{D0867E2F-2CBD-B74D-9DF5-E61C83F47F06}" sibTransId="{6E1B98D8-E282-104F-B227-89CC8D9C3E0C}"/>
    <dgm:cxn modelId="{41AB75DC-2067-444E-A9D3-E78B86F84570}" type="presOf" srcId="{7BEB3D7C-3567-A145-BA0A-528E7CD34D82}" destId="{915C19FA-4CBD-AD41-9ED1-8FD81AC02A5A}" srcOrd="0" destOrd="0" presId="urn:microsoft.com/office/officeart/2005/8/layout/hList9"/>
    <dgm:cxn modelId="{56BCFBDD-0A22-C440-A305-2C54CA83B768}" type="presOf" srcId="{483F3871-5E7F-5541-A613-9CCAD7A8071B}" destId="{2BBAF357-DFC3-0048-96DD-8A12723F3DB9}" srcOrd="1" destOrd="0" presId="urn:microsoft.com/office/officeart/2005/8/layout/hList9"/>
    <dgm:cxn modelId="{22C0A5E4-3C18-7744-A66B-3CACFCD38867}" srcId="{E4A73C98-A4E0-4E46-AF9F-CA9FF57D30BB}" destId="{5368FF97-4059-284E-BF31-747CCF450903}" srcOrd="3" destOrd="0" parTransId="{E9291F17-AB64-DB4D-8451-C0D37C1B0EFD}" sibTransId="{902C358E-2307-AC42-8333-6EED8EAC13A7}"/>
    <dgm:cxn modelId="{0374E4EE-8A05-7841-85E7-8185DCB72B5E}" srcId="{2509E5D9-FC3F-D744-BCC3-5B09A324B9FE}" destId="{9D1D875C-8380-2943-BA4D-BECE84B03947}" srcOrd="1" destOrd="0" parTransId="{3F15CA21-A023-E049-A649-15107CD642BD}" sibTransId="{64726012-026D-FF42-AF6C-3149BE98472E}"/>
    <dgm:cxn modelId="{B55243F0-B55F-EA40-8B13-DF4397618E1F}" type="presOf" srcId="{9D1D875C-8380-2943-BA4D-BECE84B03947}" destId="{A6AC4DC9-D799-A246-A851-2D651072A729}" srcOrd="0" destOrd="0" presId="urn:microsoft.com/office/officeart/2005/8/layout/hList9"/>
    <dgm:cxn modelId="{0AEC91FD-BAE4-334D-84C2-4B7D63782C12}" srcId="{E4A73C98-A4E0-4E46-AF9F-CA9FF57D30BB}" destId="{2509E5D9-FC3F-D744-BCC3-5B09A324B9FE}" srcOrd="1" destOrd="0" parTransId="{1C6B7ACF-E1F2-4D45-A131-229F204F086C}" sibTransId="{FD60F07C-181A-014C-B9FF-DE74CFE76EE6}"/>
    <dgm:cxn modelId="{3A2A8FC8-A688-E842-9B05-38381134126C}" type="presParOf" srcId="{BE377A33-17F7-8B47-96AD-47020BD0C3D8}" destId="{C6BB6471-6A89-9448-816D-60B4EE820E4F}" srcOrd="0" destOrd="0" presId="urn:microsoft.com/office/officeart/2005/8/layout/hList9"/>
    <dgm:cxn modelId="{92A25368-2A5B-1C4A-BCC9-95F9FCB4992C}" type="presParOf" srcId="{BE377A33-17F7-8B47-96AD-47020BD0C3D8}" destId="{3223D11E-5395-BD49-BDB2-8F3D129E42AC}" srcOrd="1" destOrd="0" presId="urn:microsoft.com/office/officeart/2005/8/layout/hList9"/>
    <dgm:cxn modelId="{2CD0CD85-1969-4C48-B0AA-7CB17E3754F1}" type="presParOf" srcId="{3223D11E-5395-BD49-BDB2-8F3D129E42AC}" destId="{7773FB32-AA9F-C544-925D-1B1A589CE984}" srcOrd="0" destOrd="0" presId="urn:microsoft.com/office/officeart/2005/8/layout/hList9"/>
    <dgm:cxn modelId="{36A0CA93-794A-3C41-B2ED-247528E10E14}" type="presParOf" srcId="{3223D11E-5395-BD49-BDB2-8F3D129E42AC}" destId="{6AF09D48-9B7F-F340-839F-AF3D3A2B8499}" srcOrd="1" destOrd="0" presId="urn:microsoft.com/office/officeart/2005/8/layout/hList9"/>
    <dgm:cxn modelId="{2B63EF41-8F4B-134D-8DB0-3FA0E2CA7816}" type="presParOf" srcId="{6AF09D48-9B7F-F340-839F-AF3D3A2B8499}" destId="{254E9AB0-8E80-4648-B29A-C6FB9C0E10F9}" srcOrd="0" destOrd="0" presId="urn:microsoft.com/office/officeart/2005/8/layout/hList9"/>
    <dgm:cxn modelId="{85890653-BFE3-A841-9CEA-8739CC460E93}" type="presParOf" srcId="{6AF09D48-9B7F-F340-839F-AF3D3A2B8499}" destId="{6E199C74-BADC-734D-8D06-FD37E4FCC31C}" srcOrd="1" destOrd="0" presId="urn:microsoft.com/office/officeart/2005/8/layout/hList9"/>
    <dgm:cxn modelId="{45A3061B-458A-D642-A3A6-A0872283E989}" type="presParOf" srcId="{3223D11E-5395-BD49-BDB2-8F3D129E42AC}" destId="{24E190C0-FCC1-C841-86CC-C50507220C57}" srcOrd="2" destOrd="0" presId="urn:microsoft.com/office/officeart/2005/8/layout/hList9"/>
    <dgm:cxn modelId="{BD900236-D5F9-714C-80D0-8803752ABAFC}" type="presParOf" srcId="{24E190C0-FCC1-C841-86CC-C50507220C57}" destId="{6979A7BE-D4DE-2945-8596-0D2A30D4EC70}" srcOrd="0" destOrd="0" presId="urn:microsoft.com/office/officeart/2005/8/layout/hList9"/>
    <dgm:cxn modelId="{6BFD815F-C839-EF49-9EF3-ECA39B1D5B2A}" type="presParOf" srcId="{24E190C0-FCC1-C841-86CC-C50507220C57}" destId="{F1B32BAC-F700-BD4F-A085-908056BC1BBD}" srcOrd="1" destOrd="0" presId="urn:microsoft.com/office/officeart/2005/8/layout/hList9"/>
    <dgm:cxn modelId="{47F4405F-CEC9-8440-BA42-ED85D4CBFB62}" type="presParOf" srcId="{3223D11E-5395-BD49-BDB2-8F3D129E42AC}" destId="{C7DD8E5C-8112-9643-9F88-A6652DADA56D}" srcOrd="3" destOrd="0" presId="urn:microsoft.com/office/officeart/2005/8/layout/hList9"/>
    <dgm:cxn modelId="{164A5EB8-2F85-934E-B1E9-963F51378A4E}" type="presParOf" srcId="{C7DD8E5C-8112-9643-9F88-A6652DADA56D}" destId="{F1F777B7-87C6-E346-B237-63C5B361F18B}" srcOrd="0" destOrd="0" presId="urn:microsoft.com/office/officeart/2005/8/layout/hList9"/>
    <dgm:cxn modelId="{67FDE8FA-9452-B049-879B-A869D55735D4}" type="presParOf" srcId="{C7DD8E5C-8112-9643-9F88-A6652DADA56D}" destId="{E760CB65-7C9F-3E47-8853-3ACC2DB4E3C6}" srcOrd="1" destOrd="0" presId="urn:microsoft.com/office/officeart/2005/8/layout/hList9"/>
    <dgm:cxn modelId="{3CCFEE2F-79A8-DF48-B51B-BD3F14123FF7}" type="presParOf" srcId="{BE377A33-17F7-8B47-96AD-47020BD0C3D8}" destId="{3BB0D3E3-EC94-E245-ADBD-BC365D1BDBAB}" srcOrd="2" destOrd="0" presId="urn:microsoft.com/office/officeart/2005/8/layout/hList9"/>
    <dgm:cxn modelId="{6B1A64AC-B747-674D-B1EE-1504509FA574}" type="presParOf" srcId="{BE377A33-17F7-8B47-96AD-47020BD0C3D8}" destId="{4D82E9A6-2CDA-DA49-8D52-9A82270F60B7}" srcOrd="3" destOrd="0" presId="urn:microsoft.com/office/officeart/2005/8/layout/hList9"/>
    <dgm:cxn modelId="{2805D32E-4385-BD46-B546-4992890FD469}" type="presParOf" srcId="{BE377A33-17F7-8B47-96AD-47020BD0C3D8}" destId="{C3E92CBA-28E1-F742-BC4C-BFFD6BDAEE27}" srcOrd="4" destOrd="0" presId="urn:microsoft.com/office/officeart/2005/8/layout/hList9"/>
    <dgm:cxn modelId="{9C3299F0-AE3F-BE4F-BE01-003ED479ECBA}" type="presParOf" srcId="{BE377A33-17F7-8B47-96AD-47020BD0C3D8}" destId="{53AD8390-BB77-C045-8E19-A339A8E74415}" srcOrd="5" destOrd="0" presId="urn:microsoft.com/office/officeart/2005/8/layout/hList9"/>
    <dgm:cxn modelId="{BB4EF87F-1C25-BE4B-9F65-CB53CC4DA337}" type="presParOf" srcId="{BE377A33-17F7-8B47-96AD-47020BD0C3D8}" destId="{C0C83432-2C52-E249-B715-C8C94579A66A}" srcOrd="6" destOrd="0" presId="urn:microsoft.com/office/officeart/2005/8/layout/hList9"/>
    <dgm:cxn modelId="{301315BB-5847-9649-96CF-6F9821ADA622}" type="presParOf" srcId="{C0C83432-2C52-E249-B715-C8C94579A66A}" destId="{7A2DA421-76FE-9D49-A6E3-EBF3D03FB51B}" srcOrd="0" destOrd="0" presId="urn:microsoft.com/office/officeart/2005/8/layout/hList9"/>
    <dgm:cxn modelId="{DA61E1B7-EA85-3F4D-919F-61AE5F2EC8EB}" type="presParOf" srcId="{C0C83432-2C52-E249-B715-C8C94579A66A}" destId="{C1243FD4-B27D-F14D-A876-43F2C96EACF7}" srcOrd="1" destOrd="0" presId="urn:microsoft.com/office/officeart/2005/8/layout/hList9"/>
    <dgm:cxn modelId="{4D640480-CC53-DC4C-A8DD-DED076DD4F81}" type="presParOf" srcId="{C1243FD4-B27D-F14D-A876-43F2C96EACF7}" destId="{F397CCC5-15A7-554B-8799-538DD55DEDE2}" srcOrd="0" destOrd="0" presId="urn:microsoft.com/office/officeart/2005/8/layout/hList9"/>
    <dgm:cxn modelId="{B45B7C5F-0CB2-C440-B90B-7875BB855B32}" type="presParOf" srcId="{C1243FD4-B27D-F14D-A876-43F2C96EACF7}" destId="{F2F39D55-B898-054B-A752-695D2A55C54C}" srcOrd="1" destOrd="0" presId="urn:microsoft.com/office/officeart/2005/8/layout/hList9"/>
    <dgm:cxn modelId="{7A11B634-F93B-1B49-8468-0F15CCF61DD9}" type="presParOf" srcId="{C0C83432-2C52-E249-B715-C8C94579A66A}" destId="{AB29C445-9561-834D-A2E8-D3E95D4606BC}" srcOrd="2" destOrd="0" presId="urn:microsoft.com/office/officeart/2005/8/layout/hList9"/>
    <dgm:cxn modelId="{9621943F-6B21-E04A-8100-CF1E220587C3}" type="presParOf" srcId="{AB29C445-9561-834D-A2E8-D3E95D4606BC}" destId="{A6AC4DC9-D799-A246-A851-2D651072A729}" srcOrd="0" destOrd="0" presId="urn:microsoft.com/office/officeart/2005/8/layout/hList9"/>
    <dgm:cxn modelId="{C2ECFBEB-3C1D-9942-806B-917CF36519FE}" type="presParOf" srcId="{AB29C445-9561-834D-A2E8-D3E95D4606BC}" destId="{FB2C122D-D2CB-CD49-89AE-0D14F11735AC}" srcOrd="1" destOrd="0" presId="urn:microsoft.com/office/officeart/2005/8/layout/hList9"/>
    <dgm:cxn modelId="{92B6CC60-4212-8F47-94D6-A9D93E447544}" type="presParOf" srcId="{C0C83432-2C52-E249-B715-C8C94579A66A}" destId="{370BD898-C03A-8947-B7D7-AEB29CE0899D}" srcOrd="3" destOrd="0" presId="urn:microsoft.com/office/officeart/2005/8/layout/hList9"/>
    <dgm:cxn modelId="{EBC52E6A-3CB7-BB45-AF42-C23EC6F69882}" type="presParOf" srcId="{370BD898-C03A-8947-B7D7-AEB29CE0899D}" destId="{79C580DA-1D76-5840-ABAC-9C7407FE68E5}" srcOrd="0" destOrd="0" presId="urn:microsoft.com/office/officeart/2005/8/layout/hList9"/>
    <dgm:cxn modelId="{CEF1AE04-A574-E449-B739-71E6E654D070}" type="presParOf" srcId="{370BD898-C03A-8947-B7D7-AEB29CE0899D}" destId="{2BBAF357-DFC3-0048-96DD-8A12723F3DB9}" srcOrd="1" destOrd="0" presId="urn:microsoft.com/office/officeart/2005/8/layout/hList9"/>
    <dgm:cxn modelId="{C29F3B0C-CB0E-2947-8FC1-9D6E45BE1CBD}" type="presParOf" srcId="{C0C83432-2C52-E249-B715-C8C94579A66A}" destId="{F68E01E8-E6B0-A84E-A8B8-7B6CE353FB1D}" srcOrd="4" destOrd="0" presId="urn:microsoft.com/office/officeart/2005/8/layout/hList9"/>
    <dgm:cxn modelId="{7A20E44E-B7EC-794A-98CA-33DF0CE079AF}" type="presParOf" srcId="{F68E01E8-E6B0-A84E-A8B8-7B6CE353FB1D}" destId="{B38FBD4D-0ACE-EC40-BF59-9B10DD4E3685}" srcOrd="0" destOrd="0" presId="urn:microsoft.com/office/officeart/2005/8/layout/hList9"/>
    <dgm:cxn modelId="{CB06F992-D1E5-0641-9812-963DA5FE20C8}" type="presParOf" srcId="{F68E01E8-E6B0-A84E-A8B8-7B6CE353FB1D}" destId="{A04F0A93-1593-AA4E-985C-1A09EB657CB6}" srcOrd="1" destOrd="0" presId="urn:microsoft.com/office/officeart/2005/8/layout/hList9"/>
    <dgm:cxn modelId="{5C68C311-A43C-6542-BC39-693338CDB72F}" type="presParOf" srcId="{BE377A33-17F7-8B47-96AD-47020BD0C3D8}" destId="{9DC2A78C-DAE7-FF49-963B-0EAB78D2E3DE}" srcOrd="7" destOrd="0" presId="urn:microsoft.com/office/officeart/2005/8/layout/hList9"/>
    <dgm:cxn modelId="{791CE1BE-18CC-084C-B4EF-12040896247A}" type="presParOf" srcId="{BE377A33-17F7-8B47-96AD-47020BD0C3D8}" destId="{B84F622A-1ED4-F349-A8D2-EC5F55F83A56}" srcOrd="8" destOrd="0" presId="urn:microsoft.com/office/officeart/2005/8/layout/hList9"/>
    <dgm:cxn modelId="{14349206-335E-DB43-BD04-ABF34F7C600A}" type="presParOf" srcId="{BE377A33-17F7-8B47-96AD-47020BD0C3D8}" destId="{D2820F84-E8CE-8441-8D73-1EADC4EB9BF7}" srcOrd="9" destOrd="0" presId="urn:microsoft.com/office/officeart/2005/8/layout/hList9"/>
    <dgm:cxn modelId="{0B5C15E3-0573-8B41-AB84-8DB6728DAC65}" type="presParOf" srcId="{BE377A33-17F7-8B47-96AD-47020BD0C3D8}" destId="{93B596A2-A3F9-324C-B454-0AF79DB577A1}" srcOrd="10" destOrd="0" presId="urn:microsoft.com/office/officeart/2005/8/layout/hList9"/>
    <dgm:cxn modelId="{C9732300-6C46-3042-AB99-F6DBA7C4D3F2}" type="presParOf" srcId="{BE377A33-17F7-8B47-96AD-47020BD0C3D8}" destId="{F407E054-7BC3-484A-9E16-C94C671C7E32}" srcOrd="11" destOrd="0" presId="urn:microsoft.com/office/officeart/2005/8/layout/hList9"/>
    <dgm:cxn modelId="{BED80CF4-2FE5-D148-AD1C-728D0DC581AF}" type="presParOf" srcId="{F407E054-7BC3-484A-9E16-C94C671C7E32}" destId="{ECC9202D-2B6D-494A-88BA-E3B114F7070D}" srcOrd="0" destOrd="0" presId="urn:microsoft.com/office/officeart/2005/8/layout/hList9"/>
    <dgm:cxn modelId="{14678334-4BB2-AA4C-A1E2-83092093E31E}" type="presParOf" srcId="{F407E054-7BC3-484A-9E16-C94C671C7E32}" destId="{E2CD7E27-183B-F043-A1C0-DB88A60EA06D}" srcOrd="1" destOrd="0" presId="urn:microsoft.com/office/officeart/2005/8/layout/hList9"/>
    <dgm:cxn modelId="{597F851F-90B6-A043-93E5-7349077866F4}" type="presParOf" srcId="{E2CD7E27-183B-F043-A1C0-DB88A60EA06D}" destId="{CD0DB259-17BA-4A46-B44A-1A032A3962B8}" srcOrd="0" destOrd="0" presId="urn:microsoft.com/office/officeart/2005/8/layout/hList9"/>
    <dgm:cxn modelId="{6659DBF2-C4C7-CC4D-8805-370B8AF38CDF}" type="presParOf" srcId="{E2CD7E27-183B-F043-A1C0-DB88A60EA06D}" destId="{7BAC4896-97F7-6047-A394-707E40A2E264}" srcOrd="1" destOrd="0" presId="urn:microsoft.com/office/officeart/2005/8/layout/hList9"/>
    <dgm:cxn modelId="{21BBD63D-939B-C74D-9C8D-E721EF8CA9C2}" type="presParOf" srcId="{F407E054-7BC3-484A-9E16-C94C671C7E32}" destId="{DCE9CB95-B99A-E64C-A30C-5B63BD4293C0}" srcOrd="2" destOrd="0" presId="urn:microsoft.com/office/officeart/2005/8/layout/hList9"/>
    <dgm:cxn modelId="{5AB07237-955A-414A-B578-3B026E208C57}" type="presParOf" srcId="{DCE9CB95-B99A-E64C-A30C-5B63BD4293C0}" destId="{9C20E73B-6ABB-5847-A4F8-8482F62B8EE3}" srcOrd="0" destOrd="0" presId="urn:microsoft.com/office/officeart/2005/8/layout/hList9"/>
    <dgm:cxn modelId="{99C4C02F-9BDF-C745-9B52-518300BDD4B7}" type="presParOf" srcId="{DCE9CB95-B99A-E64C-A30C-5B63BD4293C0}" destId="{347A637B-D97C-9444-A601-E1F8F9D5EDB1}" srcOrd="1" destOrd="0" presId="urn:microsoft.com/office/officeart/2005/8/layout/hList9"/>
    <dgm:cxn modelId="{9D25E1A0-91ED-A449-AE3D-04B8BB2CF56E}" type="presParOf" srcId="{F407E054-7BC3-484A-9E16-C94C671C7E32}" destId="{83B60644-1BB1-824F-8C74-2FCBE84B357C}" srcOrd="3" destOrd="0" presId="urn:microsoft.com/office/officeart/2005/8/layout/hList9"/>
    <dgm:cxn modelId="{48FBCBD1-C60C-5F4E-9FFD-203C411D275F}" type="presParOf" srcId="{83B60644-1BB1-824F-8C74-2FCBE84B357C}" destId="{60844A20-98CB-A946-B755-252973C79715}" srcOrd="0" destOrd="0" presId="urn:microsoft.com/office/officeart/2005/8/layout/hList9"/>
    <dgm:cxn modelId="{6C059C76-7146-974E-8F2F-E11B555BAABE}" type="presParOf" srcId="{83B60644-1BB1-824F-8C74-2FCBE84B357C}" destId="{8AEAF3C7-1B09-864B-9E05-CB644130BA50}" srcOrd="1" destOrd="0" presId="urn:microsoft.com/office/officeart/2005/8/layout/hList9"/>
    <dgm:cxn modelId="{F119212E-88E6-2644-BEC6-5CAD01F4DAF1}" type="presParOf" srcId="{BE377A33-17F7-8B47-96AD-47020BD0C3D8}" destId="{3B3D1ABA-A321-ED4D-BA2D-09E07E791908}" srcOrd="12" destOrd="0" presId="urn:microsoft.com/office/officeart/2005/8/layout/hList9"/>
    <dgm:cxn modelId="{1CB2E44D-C7F8-444F-B206-26FED4647400}" type="presParOf" srcId="{BE377A33-17F7-8B47-96AD-47020BD0C3D8}" destId="{915C19FA-4CBD-AD41-9ED1-8FD81AC02A5A}" srcOrd="13" destOrd="0" presId="urn:microsoft.com/office/officeart/2005/8/layout/hList9"/>
    <dgm:cxn modelId="{68AE1360-6B00-204C-84F1-6449086FAC27}" type="presParOf" srcId="{BE377A33-17F7-8B47-96AD-47020BD0C3D8}" destId="{D9D46B45-CB71-DD49-BD86-3FD2002F9D6E}" srcOrd="14" destOrd="0" presId="urn:microsoft.com/office/officeart/2005/8/layout/hList9"/>
    <dgm:cxn modelId="{858FCB43-D717-3941-B3D7-FD1C64C1AD74}" type="presParOf" srcId="{BE377A33-17F7-8B47-96AD-47020BD0C3D8}" destId="{17383380-E6C9-0E42-9D15-32FD331EF782}" srcOrd="15" destOrd="0" presId="urn:microsoft.com/office/officeart/2005/8/layout/hList9"/>
    <dgm:cxn modelId="{6DD5C219-6A15-4D42-B7CD-3AAB01F2597A}" type="presParOf" srcId="{BE377A33-17F7-8B47-96AD-47020BD0C3D8}" destId="{C4E60BE3-B3FC-294F-858F-1604A45BFC61}" srcOrd="16" destOrd="0" presId="urn:microsoft.com/office/officeart/2005/8/layout/hList9"/>
    <dgm:cxn modelId="{B1AE3C0F-0631-754F-AC0E-8401D9DFEEF1}" type="presParOf" srcId="{C4E60BE3-B3FC-294F-858F-1604A45BFC61}" destId="{919FD4B9-A5B3-404E-8D4E-E6CB4D35E245}" srcOrd="0" destOrd="0" presId="urn:microsoft.com/office/officeart/2005/8/layout/hList9"/>
    <dgm:cxn modelId="{7B6AC2C9-7179-F04C-93D6-59095E3CF931}" type="presParOf" srcId="{C4E60BE3-B3FC-294F-858F-1604A45BFC61}" destId="{9A47B5E1-82BC-4B45-BF6D-FEE47948E863}" srcOrd="1" destOrd="0" presId="urn:microsoft.com/office/officeart/2005/8/layout/hList9"/>
    <dgm:cxn modelId="{7B5850F9-C58F-7344-BF23-215BA03D8EF2}" type="presParOf" srcId="{9A47B5E1-82BC-4B45-BF6D-FEE47948E863}" destId="{3251EC2E-F026-784F-AAD3-1CC6AAB07344}" srcOrd="0" destOrd="0" presId="urn:microsoft.com/office/officeart/2005/8/layout/hList9"/>
    <dgm:cxn modelId="{32E9EE3B-DA2C-2F4F-A66C-1B264FCAD2A8}" type="presParOf" srcId="{9A47B5E1-82BC-4B45-BF6D-FEE47948E863}" destId="{F814E728-CD50-5E4C-899E-B96CCFCA9591}" srcOrd="1" destOrd="0" presId="urn:microsoft.com/office/officeart/2005/8/layout/hList9"/>
    <dgm:cxn modelId="{DB3AF11D-8927-AD46-A410-42E2530EDB5A}" type="presParOf" srcId="{BE377A33-17F7-8B47-96AD-47020BD0C3D8}" destId="{12BC0055-432F-E446-8D0A-CD8CB28904B1}" srcOrd="17" destOrd="0" presId="urn:microsoft.com/office/officeart/2005/8/layout/hList9"/>
    <dgm:cxn modelId="{8647E20D-8DA8-9748-A500-A5AC59EAC22A}" type="presParOf" srcId="{BE377A33-17F7-8B47-96AD-47020BD0C3D8}" destId="{ECA8B4C0-DC94-8B4B-A6B8-FADE036A406A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66ECE-1158-D14C-94BB-38079FA0C1BD}">
      <dsp:nvSpPr>
        <dsp:cNvPr id="0" name=""/>
        <dsp:cNvSpPr/>
      </dsp:nvSpPr>
      <dsp:spPr>
        <a:xfrm>
          <a:off x="0" y="53437"/>
          <a:ext cx="9982200" cy="9827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Arial Unicode MS" charset="0"/>
              <a:ea typeface="Arial Unicode MS" charset="0"/>
              <a:cs typeface="Arial Unicode MS" charset="0"/>
            </a:rPr>
            <a:t>System Fonts</a:t>
          </a:r>
        </a:p>
      </dsp:txBody>
      <dsp:txXfrm>
        <a:off x="47976" y="101413"/>
        <a:ext cx="9886248" cy="886847"/>
      </dsp:txXfrm>
    </dsp:sp>
    <dsp:sp modelId="{CD24AF69-041E-7548-A436-BFD9380802B5}">
      <dsp:nvSpPr>
        <dsp:cNvPr id="0" name=""/>
        <dsp:cNvSpPr/>
      </dsp:nvSpPr>
      <dsp:spPr>
        <a:xfrm>
          <a:off x="0" y="1036237"/>
          <a:ext cx="9982200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6935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 dirty="0">
              <a:latin typeface="Arial Unicode MS" charset="0"/>
              <a:ea typeface="Arial Unicode MS" charset="0"/>
              <a:cs typeface="Arial Unicode MS" charset="0"/>
            </a:rPr>
            <a:t>Pre-installed fonts found in many Operating Systems.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 dirty="0">
              <a:latin typeface="Arial Unicode MS" charset="0"/>
              <a:ea typeface="Arial Unicode MS" charset="0"/>
              <a:cs typeface="Arial Unicode MS" charset="0"/>
            </a:rPr>
            <a:t>Use</a:t>
          </a:r>
          <a:r>
            <a:rPr lang="en-US" sz="3300" kern="1200" baseline="0" dirty="0">
              <a:latin typeface="Arial Unicode MS" charset="0"/>
              <a:ea typeface="Arial Unicode MS" charset="0"/>
              <a:cs typeface="Arial Unicode MS" charset="0"/>
            </a:rPr>
            <a:t> by browsers by default.</a:t>
          </a:r>
          <a:endParaRPr lang="en-US" sz="33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0" y="1036237"/>
        <a:ext cx="9982200" cy="1521450"/>
      </dsp:txXfrm>
    </dsp:sp>
    <dsp:sp modelId="{D6744F13-EF24-124E-91D1-6364C9EF73C9}">
      <dsp:nvSpPr>
        <dsp:cNvPr id="0" name=""/>
        <dsp:cNvSpPr/>
      </dsp:nvSpPr>
      <dsp:spPr>
        <a:xfrm>
          <a:off x="0" y="2557687"/>
          <a:ext cx="9982200" cy="9827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Arial Unicode MS" charset="0"/>
              <a:ea typeface="Arial Unicode MS" charset="0"/>
              <a:cs typeface="Arial Unicode MS" charset="0"/>
            </a:rPr>
            <a:t>Web Fonts</a:t>
          </a:r>
        </a:p>
      </dsp:txBody>
      <dsp:txXfrm>
        <a:off x="47976" y="2605663"/>
        <a:ext cx="9886248" cy="886847"/>
      </dsp:txXfrm>
    </dsp:sp>
    <dsp:sp modelId="{9A22D800-CDEC-1447-AC18-EDCB8962DAE9}">
      <dsp:nvSpPr>
        <dsp:cNvPr id="0" name=""/>
        <dsp:cNvSpPr/>
      </dsp:nvSpPr>
      <dsp:spPr>
        <a:xfrm>
          <a:off x="0" y="3540487"/>
          <a:ext cx="9982200" cy="978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6935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 dirty="0">
              <a:latin typeface="Arial Unicode MS" charset="0"/>
              <a:ea typeface="Arial Unicode MS" charset="0"/>
              <a:cs typeface="Arial Unicode MS" charset="0"/>
            </a:rPr>
            <a:t>Non-system fonts that can be downloaded from the web.</a:t>
          </a:r>
        </a:p>
      </dsp:txBody>
      <dsp:txXfrm>
        <a:off x="0" y="3540487"/>
        <a:ext cx="9982200" cy="978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E9AB0-8E80-4648-B29A-C6FB9C0E10F9}">
      <dsp:nvSpPr>
        <dsp:cNvPr id="0" name=""/>
        <dsp:cNvSpPr/>
      </dsp:nvSpPr>
      <dsp:spPr>
        <a:xfrm>
          <a:off x="819461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" charset="0"/>
              <a:ea typeface="Times" charset="0"/>
              <a:cs typeface="Times" charset="0"/>
            </a:rPr>
            <a:t>Times</a:t>
          </a:r>
        </a:p>
      </dsp:txBody>
      <dsp:txXfrm>
        <a:off x="1063655" y="453531"/>
        <a:ext cx="1282015" cy="1017981"/>
      </dsp:txXfrm>
    </dsp:sp>
    <dsp:sp modelId="{6979A7BE-D4DE-2945-8596-0D2A30D4EC70}">
      <dsp:nvSpPr>
        <dsp:cNvPr id="0" name=""/>
        <dsp:cNvSpPr/>
      </dsp:nvSpPr>
      <dsp:spPr>
        <a:xfrm>
          <a:off x="819461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charset="0"/>
              <a:ea typeface="Times New Roman" charset="0"/>
              <a:cs typeface="Times New Roman" charset="0"/>
            </a:rPr>
            <a:t>Times New Roman</a:t>
          </a:r>
        </a:p>
      </dsp:txBody>
      <dsp:txXfrm>
        <a:off x="1063655" y="1471513"/>
        <a:ext cx="1282015" cy="1017981"/>
      </dsp:txXfrm>
    </dsp:sp>
    <dsp:sp modelId="{F1F777B7-87C6-E346-B237-63C5B361F18B}">
      <dsp:nvSpPr>
        <dsp:cNvPr id="0" name=""/>
        <dsp:cNvSpPr/>
      </dsp:nvSpPr>
      <dsp:spPr>
        <a:xfrm>
          <a:off x="819461" y="2489494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charset="0"/>
              <a:ea typeface="Georgia" charset="0"/>
              <a:cs typeface="Georgia" charset="0"/>
            </a:rPr>
            <a:t>Georgia</a:t>
          </a:r>
        </a:p>
      </dsp:txBody>
      <dsp:txXfrm>
        <a:off x="1063655" y="2489494"/>
        <a:ext cx="1282015" cy="1017981"/>
      </dsp:txXfrm>
    </dsp:sp>
    <dsp:sp modelId="{4D82E9A6-2CDA-DA49-8D52-9A82270F60B7}">
      <dsp:nvSpPr>
        <dsp:cNvPr id="0" name=""/>
        <dsp:cNvSpPr/>
      </dsp:nvSpPr>
      <dsp:spPr>
        <a:xfrm>
          <a:off x="5483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Arial Unicode MS" charset="0"/>
              <a:ea typeface="Arial Unicode MS" charset="0"/>
              <a:cs typeface="Arial Unicode MS" charset="0"/>
            </a:rPr>
            <a:t>Serif</a:t>
          </a:r>
        </a:p>
      </dsp:txBody>
      <dsp:txXfrm>
        <a:off x="154488" y="195547"/>
        <a:ext cx="719462" cy="719462"/>
      </dsp:txXfrm>
    </dsp:sp>
    <dsp:sp modelId="{F397CCC5-15A7-554B-8799-538DD55DEDE2}">
      <dsp:nvSpPr>
        <dsp:cNvPr id="0" name=""/>
        <dsp:cNvSpPr/>
      </dsp:nvSpPr>
      <dsp:spPr>
        <a:xfrm>
          <a:off x="3363143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charset="0"/>
              <a:ea typeface="Arial" charset="0"/>
              <a:cs typeface="Arial" charset="0"/>
            </a:rPr>
            <a:t>Arial</a:t>
          </a:r>
        </a:p>
      </dsp:txBody>
      <dsp:txXfrm>
        <a:off x="3607337" y="453531"/>
        <a:ext cx="1282015" cy="1017981"/>
      </dsp:txXfrm>
    </dsp:sp>
    <dsp:sp modelId="{A6AC4DC9-D799-A246-A851-2D651072A729}">
      <dsp:nvSpPr>
        <dsp:cNvPr id="0" name=""/>
        <dsp:cNvSpPr/>
      </dsp:nvSpPr>
      <dsp:spPr>
        <a:xfrm>
          <a:off x="3363143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Helvetica" charset="0"/>
              <a:ea typeface="Helvetica" charset="0"/>
              <a:cs typeface="Helvetica" charset="0"/>
            </a:rPr>
            <a:t>Helvetica</a:t>
          </a:r>
        </a:p>
      </dsp:txBody>
      <dsp:txXfrm>
        <a:off x="3607337" y="1471513"/>
        <a:ext cx="1282015" cy="1017981"/>
      </dsp:txXfrm>
    </dsp:sp>
    <dsp:sp modelId="{79C580DA-1D76-5840-ABAC-9C7407FE68E5}">
      <dsp:nvSpPr>
        <dsp:cNvPr id="0" name=""/>
        <dsp:cNvSpPr/>
      </dsp:nvSpPr>
      <dsp:spPr>
        <a:xfrm>
          <a:off x="3363143" y="2489494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Verdana" charset="0"/>
              <a:ea typeface="Verdana" charset="0"/>
              <a:cs typeface="Verdana" charset="0"/>
            </a:rPr>
            <a:t>Verdana</a:t>
          </a:r>
        </a:p>
      </dsp:txBody>
      <dsp:txXfrm>
        <a:off x="3607337" y="2489494"/>
        <a:ext cx="1282015" cy="1017981"/>
      </dsp:txXfrm>
    </dsp:sp>
    <dsp:sp modelId="{B38FBD4D-0ACE-EC40-BF59-9B10DD4E3685}">
      <dsp:nvSpPr>
        <dsp:cNvPr id="0" name=""/>
        <dsp:cNvSpPr/>
      </dsp:nvSpPr>
      <dsp:spPr>
        <a:xfrm>
          <a:off x="3363143" y="3507476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neva" charset="0"/>
              <a:ea typeface="Geneva" charset="0"/>
              <a:cs typeface="Geneva" charset="0"/>
            </a:rPr>
            <a:t>Geneva</a:t>
          </a:r>
        </a:p>
      </dsp:txBody>
      <dsp:txXfrm>
        <a:off x="3607337" y="3507476"/>
        <a:ext cx="1282015" cy="1017981"/>
      </dsp:txXfrm>
    </dsp:sp>
    <dsp:sp modelId="{B84F622A-1ED4-F349-A8D2-EC5F55F83A56}">
      <dsp:nvSpPr>
        <dsp:cNvPr id="0" name=""/>
        <dsp:cNvSpPr/>
      </dsp:nvSpPr>
      <dsp:spPr>
        <a:xfrm>
          <a:off x="2549165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Arial Unicode MS" charset="0"/>
              <a:ea typeface="Arial Unicode MS" charset="0"/>
              <a:cs typeface="Arial Unicode MS" charset="0"/>
            </a:rPr>
            <a:t>Sans-serif</a:t>
          </a:r>
        </a:p>
      </dsp:txBody>
      <dsp:txXfrm>
        <a:off x="2698170" y="195547"/>
        <a:ext cx="719462" cy="719462"/>
      </dsp:txXfrm>
    </dsp:sp>
    <dsp:sp modelId="{CD0DB259-17BA-4A46-B44A-1A032A3962B8}">
      <dsp:nvSpPr>
        <dsp:cNvPr id="0" name=""/>
        <dsp:cNvSpPr/>
      </dsp:nvSpPr>
      <dsp:spPr>
        <a:xfrm>
          <a:off x="5906825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urier" charset="0"/>
              <a:ea typeface="Courier" charset="0"/>
              <a:cs typeface="Courier" charset="0"/>
            </a:rPr>
            <a:t>Courier</a:t>
          </a:r>
        </a:p>
      </dsp:txBody>
      <dsp:txXfrm>
        <a:off x="6151018" y="453531"/>
        <a:ext cx="1282015" cy="1017981"/>
      </dsp:txXfrm>
    </dsp:sp>
    <dsp:sp modelId="{9C20E73B-6ABB-5847-A4F8-8482F62B8EE3}">
      <dsp:nvSpPr>
        <dsp:cNvPr id="0" name=""/>
        <dsp:cNvSpPr/>
      </dsp:nvSpPr>
      <dsp:spPr>
        <a:xfrm>
          <a:off x="5906825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urier New" charset="0"/>
              <a:ea typeface="Courier New" charset="0"/>
              <a:cs typeface="Courier New" charset="0"/>
            </a:rPr>
            <a:t>Courier New</a:t>
          </a:r>
        </a:p>
      </dsp:txBody>
      <dsp:txXfrm>
        <a:off x="6151018" y="1471513"/>
        <a:ext cx="1282015" cy="1017981"/>
      </dsp:txXfrm>
    </dsp:sp>
    <dsp:sp modelId="{60844A20-98CB-A946-B755-252973C79715}">
      <dsp:nvSpPr>
        <dsp:cNvPr id="0" name=""/>
        <dsp:cNvSpPr/>
      </dsp:nvSpPr>
      <dsp:spPr>
        <a:xfrm>
          <a:off x="5906825" y="2489494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aco" charset="0"/>
              <a:ea typeface="Monaco" charset="0"/>
              <a:cs typeface="Monaco" charset="0"/>
            </a:rPr>
            <a:t>Monaco</a:t>
          </a:r>
        </a:p>
      </dsp:txBody>
      <dsp:txXfrm>
        <a:off x="6151018" y="2489494"/>
        <a:ext cx="1282015" cy="1017981"/>
      </dsp:txXfrm>
    </dsp:sp>
    <dsp:sp modelId="{915C19FA-4CBD-AD41-9ED1-8FD81AC02A5A}">
      <dsp:nvSpPr>
        <dsp:cNvPr id="0" name=""/>
        <dsp:cNvSpPr/>
      </dsp:nvSpPr>
      <dsp:spPr>
        <a:xfrm>
          <a:off x="5092847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Arial Unicode MS" charset="0"/>
              <a:ea typeface="Arial Unicode MS" charset="0"/>
              <a:cs typeface="Arial Unicode MS" charset="0"/>
            </a:rPr>
            <a:t>Monospace</a:t>
          </a:r>
        </a:p>
      </dsp:txBody>
      <dsp:txXfrm>
        <a:off x="5241852" y="195547"/>
        <a:ext cx="719462" cy="719462"/>
      </dsp:txXfrm>
    </dsp:sp>
    <dsp:sp modelId="{3251EC2E-F026-784F-AAD3-1CC6AAB07344}">
      <dsp:nvSpPr>
        <dsp:cNvPr id="0" name=""/>
        <dsp:cNvSpPr/>
      </dsp:nvSpPr>
      <dsp:spPr>
        <a:xfrm>
          <a:off x="8450507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mic Sans MS" charset="0"/>
              <a:ea typeface="Comic Sans MS" charset="0"/>
              <a:cs typeface="Comic Sans MS" charset="0"/>
            </a:rPr>
            <a:t>Comic Sans</a:t>
          </a:r>
        </a:p>
      </dsp:txBody>
      <dsp:txXfrm>
        <a:off x="8694700" y="453531"/>
        <a:ext cx="1282015" cy="1017981"/>
      </dsp:txXfrm>
    </dsp:sp>
    <dsp:sp modelId="{ECA8B4C0-DC94-8B4B-A6B8-FADE036A406A}">
      <dsp:nvSpPr>
        <dsp:cNvPr id="0" name=""/>
        <dsp:cNvSpPr/>
      </dsp:nvSpPr>
      <dsp:spPr>
        <a:xfrm>
          <a:off x="7636529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Arial Unicode MS" charset="0"/>
              <a:ea typeface="Arial Unicode MS" charset="0"/>
              <a:cs typeface="Arial Unicode MS" charset="0"/>
            </a:rPr>
            <a:t>Cursive</a:t>
          </a:r>
        </a:p>
      </dsp:txBody>
      <dsp:txXfrm>
        <a:off x="7785534" y="195547"/>
        <a:ext cx="719462" cy="719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21/9/2021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 {</a:t>
            </a:r>
          </a:p>
          <a:p>
            <a:r>
              <a:rPr lang="en-US" dirty="0">
                <a:cs typeface="Calibri"/>
              </a:rPr>
              <a:t>    font-family: "Times New Roman", Times, serif;</a:t>
            </a:r>
          </a:p>
          <a:p>
            <a:r>
              <a:rPr lang="en-US" dirty="0">
                <a:cs typeface="Calibri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886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p.normal</a:t>
            </a:r>
            <a:r>
              <a:rPr lang="en-US" dirty="0">
                <a:cs typeface="Calibri"/>
              </a:rPr>
              <a:t> {</a:t>
            </a:r>
          </a:p>
          <a:p>
            <a:r>
              <a:rPr lang="en-US" dirty="0">
                <a:cs typeface="Calibri"/>
              </a:rPr>
              <a:t>    font-style: normal;</a:t>
            </a:r>
          </a:p>
          <a:p>
            <a:r>
              <a:rPr lang="en-US" dirty="0">
                <a:cs typeface="Calibri"/>
              </a:rPr>
              <a:t>}</a:t>
            </a:r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p.italic</a:t>
            </a:r>
            <a:r>
              <a:rPr lang="en-US" dirty="0">
                <a:cs typeface="Calibri"/>
              </a:rPr>
              <a:t> {</a:t>
            </a:r>
          </a:p>
          <a:p>
            <a:r>
              <a:rPr lang="en-US" dirty="0">
                <a:cs typeface="Calibri"/>
              </a:rPr>
              <a:t>   font-style: italic;</a:t>
            </a:r>
          </a:p>
          <a:p>
            <a:r>
              <a:rPr lang="en-US" dirty="0">
                <a:cs typeface="Calibri"/>
              </a:rPr>
              <a:t>}</a:t>
            </a:r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p.oblique</a:t>
            </a:r>
            <a:r>
              <a:rPr lang="en-US" dirty="0">
                <a:cs typeface="Calibri"/>
              </a:rPr>
              <a:t> {</a:t>
            </a:r>
          </a:p>
          <a:p>
            <a:r>
              <a:rPr lang="en-US" dirty="0">
                <a:cs typeface="Calibri"/>
              </a:rPr>
              <a:t>    Font-style: oblique;</a:t>
            </a:r>
          </a:p>
          <a:p>
            <a:r>
              <a:rPr lang="en-US" dirty="0">
                <a:cs typeface="Calibri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7492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&lt;style&gt;</a:t>
            </a:r>
          </a:p>
          <a:p>
            <a:r>
              <a:rPr lang="en-US" dirty="0">
                <a:cs typeface="Calibri"/>
              </a:rPr>
              <a:t>h1 {</a:t>
            </a:r>
          </a:p>
          <a:p>
            <a:r>
              <a:rPr lang="en-US" dirty="0">
                <a:cs typeface="Calibri"/>
              </a:rPr>
              <a:t>    font-size: 40px;</a:t>
            </a:r>
          </a:p>
          <a:p>
            <a:r>
              <a:rPr lang="en-US" dirty="0">
                <a:cs typeface="Calibri"/>
              </a:rPr>
              <a:t>}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h2 {</a:t>
            </a:r>
          </a:p>
          <a:p>
            <a:r>
              <a:rPr lang="en-US" dirty="0">
                <a:cs typeface="Calibri"/>
              </a:rPr>
              <a:t>   font-size: 30px;</a:t>
            </a:r>
          </a:p>
          <a:p>
            <a:r>
              <a:rPr lang="en-US" dirty="0">
                <a:cs typeface="Calibri"/>
              </a:rPr>
              <a:t>}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p {</a:t>
            </a:r>
          </a:p>
          <a:p>
            <a:r>
              <a:rPr lang="en-US" dirty="0">
                <a:cs typeface="Calibri"/>
              </a:rPr>
              <a:t>    Font-size: 14px;</a:t>
            </a:r>
          </a:p>
          <a:p>
            <a:r>
              <a:rPr lang="en-US" dirty="0">
                <a:cs typeface="Calibri"/>
              </a:rPr>
              <a:t>}</a:t>
            </a:r>
          </a:p>
          <a:p>
            <a:r>
              <a:rPr lang="en-US" dirty="0">
                <a:cs typeface="Calibri"/>
              </a:rPr>
              <a:t>&lt;/style&gt;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2776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&lt;style&gt;</a:t>
            </a:r>
          </a:p>
          <a:p>
            <a:r>
              <a:rPr lang="en-US">
                <a:cs typeface="Calibri"/>
              </a:rPr>
              <a:t>h1 {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   font-size: 2.5em; 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}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h2 {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   font-size: 1.875em;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}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p {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   font-size: 0.875em; 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}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&lt;/style&gt;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754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9/21/2021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62F976B9-EA7D-4178-A1C2-C52A639DE10A}" type="datetime1">
              <a:rPr lang="en-US" smtClean="0"/>
              <a:t>9/21/2021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9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4C687016-F3FE-45F9-95D8-B895EDD6B5F2}" type="datetime1">
              <a:rPr lang="en-US" smtClean="0"/>
              <a:t>9/21/2021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3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Web UI/UX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02.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how fonts are set in web pages using CSS;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Describe how to set margins and paddings in web pages using CSS;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create responsive web design by using HTML and CSS.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CSS: Working with fonts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248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Fonts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516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Fonts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985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Requesting System Fonts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2179223" y="2764319"/>
            <a:ext cx="7832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h1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font-family: Arial, Helvetica, Verdana, sans-serif;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2723321" y="4297403"/>
            <a:ext cx="1310474" cy="473380"/>
          </a:xfrm>
          <a:prstGeom prst="wedgeRectCallout">
            <a:avLst>
              <a:gd name="adj1" fmla="val 111774"/>
              <a:gd name="adj2" fmla="val -21846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First choice.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4585252" y="4311309"/>
            <a:ext cx="1606826" cy="473380"/>
          </a:xfrm>
          <a:prstGeom prst="wedgeRectCallout">
            <a:avLst>
              <a:gd name="adj1" fmla="val 53160"/>
              <a:gd name="adj2" fmla="val -231066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Second choice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7073349" y="4317125"/>
            <a:ext cx="1606826" cy="473380"/>
          </a:xfrm>
          <a:prstGeom prst="wedgeRectCallout">
            <a:avLst>
              <a:gd name="adj1" fmla="val -32201"/>
              <a:gd name="adj2" fmla="val -23316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Third choice.</a:t>
            </a:r>
          </a:p>
        </p:txBody>
      </p:sp>
      <p:sp>
        <p:nvSpPr>
          <p:cNvPr id="10" name="Rectangular Callout 9"/>
          <p:cNvSpPr/>
          <p:nvPr/>
        </p:nvSpPr>
        <p:spPr>
          <a:xfrm>
            <a:off x="9054549" y="4311309"/>
            <a:ext cx="1606826" cy="473380"/>
          </a:xfrm>
          <a:prstGeom prst="wedgeRectCallout">
            <a:avLst>
              <a:gd name="adj1" fmla="val -39005"/>
              <a:gd name="adj2" fmla="val -23106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Fourth choice.</a:t>
            </a:r>
          </a:p>
        </p:txBody>
      </p:sp>
    </p:spTree>
    <p:extLst>
      <p:ext uri="{BB962C8B-B14F-4D97-AF65-F5344CB8AC3E}">
        <p14:creationId xmlns:p14="http://schemas.microsoft.com/office/powerpoint/2010/main" val="110671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Fonts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3088654" y="2564426"/>
            <a:ext cx="60131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 Unicode MS" charset="0"/>
                <a:ea typeface="Arial Unicode MS" charset="0"/>
                <a:cs typeface="Arial Unicode MS" charset="0"/>
              </a:rPr>
              <a:t>Web fonts refer to the technique of having browser download and install fonts requested in the page’s styles, using the </a:t>
            </a:r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@font-face</a:t>
            </a:r>
            <a:r>
              <a:rPr lang="en-US" sz="2000" dirty="0">
                <a:latin typeface="Arial Unicode MS" charset="0"/>
                <a:ea typeface="Arial Unicode MS" charset="0"/>
                <a:cs typeface="Arial Unicode MS" charset="0"/>
              </a:rPr>
              <a:t> syntax.</a:t>
            </a:r>
          </a:p>
          <a:p>
            <a:pPr algn="just"/>
            <a:endParaRPr lang="en-US" sz="20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76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Requesting Web Fonts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1300439" y="2315817"/>
            <a:ext cx="95896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@font-face {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font-family: ’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DeliciousRoman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’;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src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(’http://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www.fontface.com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/fonts/delicious/Delicious-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Roman.otf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’);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font-weight: 400;	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3140765" y="1627826"/>
            <a:ext cx="1310474" cy="473380"/>
          </a:xfrm>
          <a:prstGeom prst="wedgeRectCallout">
            <a:avLst>
              <a:gd name="adj1" fmla="val 44273"/>
              <a:gd name="adj2" fmla="val 14686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Font name.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7364894" y="3528066"/>
            <a:ext cx="1689653" cy="473380"/>
          </a:xfrm>
          <a:prstGeom prst="wedgeRectCallout">
            <a:avLst>
              <a:gd name="adj1" fmla="val -31027"/>
              <a:gd name="adj2" fmla="val -12608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Font path/URL.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00439" y="4347900"/>
            <a:ext cx="9036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h1 {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font-family: 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DeliciousRoman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, Helvetica, Verdana, sans-serif;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278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Font Families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1600200"/>
          <a:ext cx="9982200" cy="3058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3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Generic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Font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Serif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Times New Roman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Georgia" charset="0"/>
                          <a:ea typeface="Georgia" charset="0"/>
                          <a:cs typeface="Georgia" charset="0"/>
                        </a:rPr>
                        <a:t>Georgia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Serif fonts have small lines at the ends on some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Sans-serif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" charset="0"/>
                          <a:ea typeface="Arial" charset="0"/>
                          <a:cs typeface="Arial" charset="0"/>
                        </a:rPr>
                        <a:t>Arial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Verdana" charset="0"/>
                          <a:ea typeface="Verdana" charset="0"/>
                          <a:cs typeface="Verdana" charset="0"/>
                        </a:rPr>
                        <a:t>Verdana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"Sans" means without - these fonts do not have the lines at the ends of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Monospace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Courier</a:t>
                      </a:r>
                      <a:r>
                        <a:rPr lang="en-US" baseline="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New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aseline="0" dirty="0">
                          <a:latin typeface="Lucida Console" charset="0"/>
                          <a:ea typeface="Lucida Console" charset="0"/>
                          <a:cs typeface="Lucida Console" charset="0"/>
                        </a:rPr>
                        <a:t>Lucida Console</a:t>
                      </a:r>
                      <a:endParaRPr lang="en-US" dirty="0">
                        <a:latin typeface="Lucida Console" charset="0"/>
                        <a:ea typeface="Lucida Console" charset="0"/>
                        <a:cs typeface="Lucida Consol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All monospace characters have the same 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075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Family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041" y="3018459"/>
            <a:ext cx="6502400" cy="10795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888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1104900" y="1350816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231" y="2378722"/>
            <a:ext cx="4699000" cy="33401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>
          <a:xfrm>
            <a:off x="6166110" y="1350816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631" y="3242322"/>
            <a:ext cx="3340100" cy="16129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sp>
        <p:nvSpPr>
          <p:cNvPr id="12" name="Rectangular Callout 11"/>
          <p:cNvSpPr/>
          <p:nvPr/>
        </p:nvSpPr>
        <p:spPr>
          <a:xfrm>
            <a:off x="5124457" y="5202824"/>
            <a:ext cx="2677759" cy="473380"/>
          </a:xfrm>
          <a:prstGeom prst="wedgeRectCallout">
            <a:avLst>
              <a:gd name="adj1" fmla="val -78749"/>
              <a:gd name="adj2" fmla="val -4420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oblique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is less supported.</a:t>
            </a:r>
          </a:p>
        </p:txBody>
      </p:sp>
    </p:spTree>
    <p:extLst>
      <p:ext uri="{BB962C8B-B14F-4D97-AF65-F5344CB8AC3E}">
        <p14:creationId xmlns:p14="http://schemas.microsoft.com/office/powerpoint/2010/main" val="185970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Size with Pixels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1104900" y="1371598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163" y="2195511"/>
            <a:ext cx="2725137" cy="374808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6166110" y="1371598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781" y="2653504"/>
            <a:ext cx="3987800" cy="28321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465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Size with </a:t>
            </a:r>
            <a:r>
              <a:rPr lang="en-US" dirty="0" err="1"/>
              <a:t>Em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104900" y="1413162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075" y="2237075"/>
            <a:ext cx="4731312" cy="374808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166110" y="1413162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125570"/>
            <a:ext cx="4919663" cy="1971096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sp>
        <p:nvSpPr>
          <p:cNvPr id="11" name="Rectangular Callout 10"/>
          <p:cNvSpPr/>
          <p:nvPr/>
        </p:nvSpPr>
        <p:spPr>
          <a:xfrm>
            <a:off x="2395330" y="1395172"/>
            <a:ext cx="3160644" cy="564641"/>
          </a:xfrm>
          <a:prstGeom prst="wedgeRectCallout">
            <a:avLst>
              <a:gd name="adj1" fmla="val -20898"/>
              <a:gd name="adj2" fmla="val 20255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Assuming browser default font size is set to 16.</a:t>
            </a:r>
          </a:p>
        </p:txBody>
      </p:sp>
    </p:spTree>
    <p:extLst>
      <p:ext uri="{BB962C8B-B14F-4D97-AF65-F5344CB8AC3E}">
        <p14:creationId xmlns:p14="http://schemas.microsoft.com/office/powerpoint/2010/main" val="39195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Size with Percent and </a:t>
            </a:r>
            <a:r>
              <a:rPr lang="en-US" dirty="0" err="1"/>
              <a:t>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371598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88" y="2195511"/>
            <a:ext cx="4242487" cy="374808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371598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220144"/>
            <a:ext cx="4919663" cy="169882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566358" y="6128854"/>
            <a:ext cx="465217" cy="307975"/>
          </a:xfrm>
        </p:spPr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7844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Units vs. Relative Units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600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Fixed units are displayed at the requested size, regardless of device or context.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endParaRPr lang="en-US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/>
              <a:t>Relative units are displayed relative to the environment in which they are found.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em</a:t>
            </a:r>
            <a:endParaRPr lang="en-US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691" y="3329609"/>
            <a:ext cx="6769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5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Font-Weight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04900" y="1392380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745" y="2216293"/>
            <a:ext cx="3047972" cy="374808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66110" y="1392380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881" y="3125136"/>
            <a:ext cx="2133600" cy="19304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66358" y="6149636"/>
            <a:ext cx="465217" cy="307975"/>
          </a:xfrm>
        </p:spPr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78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Font-Variant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371598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083" y="2195511"/>
            <a:ext cx="4569297" cy="374808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371598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181" y="3548854"/>
            <a:ext cx="2413000" cy="10414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566358" y="6128854"/>
            <a:ext cx="465217" cy="307975"/>
          </a:xfrm>
        </p:spPr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1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Formatting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more about CSS font and text formatting, check out the link below:</a:t>
            </a:r>
          </a:p>
          <a:p>
            <a:pPr lvl="1"/>
            <a:r>
              <a:rPr lang="en-US" dirty="0"/>
              <a:t>http://www.w3schools.com/</a:t>
            </a:r>
            <a:r>
              <a:rPr lang="en-US" dirty="0" err="1"/>
              <a:t>css</a:t>
            </a:r>
            <a:r>
              <a:rPr lang="en-US" dirty="0"/>
              <a:t>/</a:t>
            </a:r>
            <a:r>
              <a:rPr lang="en-US" dirty="0" err="1"/>
              <a:t>css_text.asp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69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: Margins and Padding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39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641" y="2183606"/>
            <a:ext cx="8585200" cy="31623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554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CSS 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margin</a:t>
            </a:r>
            <a:r>
              <a:rPr lang="en-US" dirty="0"/>
              <a:t> properties are used to generate space around elements.</a:t>
            </a:r>
          </a:p>
          <a:p>
            <a:r>
              <a:rPr lang="en-US" dirty="0"/>
              <a:t>The margin properties set the size of the white space OUTSIDE the border.</a:t>
            </a:r>
          </a:p>
          <a:p>
            <a:r>
              <a:rPr lang="en-US" dirty="0"/>
              <a:t>The margins are completely transparent - and cannot have a background color!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145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Margins: Individual Properties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4900" y="1361207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211385"/>
            <a:ext cx="4919663" cy="369555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166110" y="1361207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66358" y="6118463"/>
            <a:ext cx="465217" cy="307975"/>
          </a:xfrm>
        </p:spPr>
        <p:txBody>
          <a:bodyPr/>
          <a:lstStyle/>
          <a:p>
            <a:fld id="{0FF54DE5-C571-48E8-A5BC-B369434E2F44}" type="slidenum">
              <a:rPr lang="uk-UA" smtClean="0"/>
              <a:t>23</a:t>
            </a:fld>
            <a:endParaRPr lang="uk-UA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2745216"/>
            <a:ext cx="4919663" cy="2627894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0801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Margins: Inherit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04900" y="1381989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211616"/>
            <a:ext cx="4919663" cy="3736659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66110" y="1381989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187203"/>
            <a:ext cx="4919663" cy="1785485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621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Margins: Auto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4900" y="1371598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374577"/>
            <a:ext cx="4919663" cy="3389955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66110" y="1371598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235584"/>
            <a:ext cx="4919663" cy="166794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66358" y="6128854"/>
            <a:ext cx="465217" cy="307975"/>
          </a:xfrm>
        </p:spPr>
        <p:txBody>
          <a:bodyPr/>
          <a:lstStyle/>
          <a:p>
            <a:fld id="{0FF54DE5-C571-48E8-A5BC-B369434E2F44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94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CSS 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en-US" dirty="0"/>
              <a:t> properties are used to generate space around content.</a:t>
            </a:r>
          </a:p>
          <a:p>
            <a:r>
              <a:rPr lang="en-US" dirty="0"/>
              <a:t>The padding properties set the size of the white space between the element content and the element border.</a:t>
            </a:r>
          </a:p>
          <a:p>
            <a:r>
              <a:rPr lang="en-US" dirty="0"/>
              <a:t>The padding is affected by the background color of the element!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361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Padding: Individual Sides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4900" y="1381989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449012"/>
            <a:ext cx="4919663" cy="326186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166110" y="1381989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060109"/>
            <a:ext cx="4919663" cy="2039673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194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Width and Height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2432050"/>
            <a:ext cx="7366000" cy="29083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98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Height and Width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04900" y="1381989"/>
            <a:ext cx="4919472" cy="823912"/>
          </a:xfrm>
        </p:spPr>
        <p:txBody>
          <a:bodyPr/>
          <a:lstStyle/>
          <a:p>
            <a:r>
              <a:rPr lang="en-US" dirty="0"/>
              <a:t>Source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454700"/>
            <a:ext cx="4919663" cy="325049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66110" y="1381989"/>
            <a:ext cx="4919472" cy="823912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197767"/>
            <a:ext cx="4919663" cy="176435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887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css</a:t>
            </a:r>
            <a:r>
              <a:rPr lang="en-US" dirty="0"/>
              <a:t> layout concepts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33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Regions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50" y="1746250"/>
            <a:ext cx="3898900" cy="42799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343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Regions: Before HTML5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74" y="1600200"/>
            <a:ext cx="8333451" cy="45720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705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Regions: Using HTML5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33</a:t>
            </a:fld>
            <a:endParaRPr lang="uk-UA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50" y="1663700"/>
            <a:ext cx="8166100" cy="4445000"/>
          </a:xfrm>
        </p:spPr>
      </p:pic>
    </p:spTree>
    <p:extLst>
      <p:ext uri="{BB962C8B-B14F-4D97-AF65-F5344CB8AC3E}">
        <p14:creationId xmlns:p14="http://schemas.microsoft.com/office/powerpoint/2010/main" val="56915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Initial Page Elements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800" y="1689100"/>
            <a:ext cx="8280400" cy="43942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1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Header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750" y="1670050"/>
            <a:ext cx="8318500" cy="44323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2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Navigation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1720850"/>
            <a:ext cx="8255000" cy="43307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818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Sidebar and Content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606550"/>
            <a:ext cx="8382000" cy="45593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68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Footer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0" y="1612900"/>
            <a:ext cx="8331200" cy="45466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840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00" y="1657350"/>
            <a:ext cx="6451600" cy="44577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399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Navigation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0" y="1657350"/>
            <a:ext cx="7442200" cy="44577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639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Header Images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0" y="1657350"/>
            <a:ext cx="7099300" cy="44577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8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6295</TotalTime>
  <Words>751</Words>
  <Application>Microsoft Office PowerPoint</Application>
  <PresentationFormat>Widescreen</PresentationFormat>
  <Paragraphs>221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Arial</vt:lpstr>
      <vt:lpstr>Arial Unicode MS</vt:lpstr>
      <vt:lpstr>Calibri</vt:lpstr>
      <vt:lpstr>Comic Sans MS</vt:lpstr>
      <vt:lpstr>Courier</vt:lpstr>
      <vt:lpstr>Courier New</vt:lpstr>
      <vt:lpstr>Geneva</vt:lpstr>
      <vt:lpstr>Georgia</vt:lpstr>
      <vt:lpstr>Helvetica</vt:lpstr>
      <vt:lpstr>Lucida Console</vt:lpstr>
      <vt:lpstr>Monaco</vt:lpstr>
      <vt:lpstr>Roboto</vt:lpstr>
      <vt:lpstr>Roboto light</vt:lpstr>
      <vt:lpstr>Times</vt:lpstr>
      <vt:lpstr>Times New Roman</vt:lpstr>
      <vt:lpstr>Verdana</vt:lpstr>
      <vt:lpstr>Office Theme</vt:lpstr>
      <vt:lpstr>Web UI/UX</vt:lpstr>
      <vt:lpstr>Objectives</vt:lpstr>
      <vt:lpstr>Tools Required</vt:lpstr>
      <vt:lpstr>CSS: Working with fonts</vt:lpstr>
      <vt:lpstr>Types of Fonts</vt:lpstr>
      <vt:lpstr>System Fonts</vt:lpstr>
      <vt:lpstr>Requesting System Fonts</vt:lpstr>
      <vt:lpstr>Web Fonts</vt:lpstr>
      <vt:lpstr>Requesting Web Fonts</vt:lpstr>
      <vt:lpstr>CSS Font Families </vt:lpstr>
      <vt:lpstr>Font Family</vt:lpstr>
      <vt:lpstr>Font Style</vt:lpstr>
      <vt:lpstr>Font Size with Pixels</vt:lpstr>
      <vt:lpstr>Font Size with Em</vt:lpstr>
      <vt:lpstr>Font Size with Percent and Em</vt:lpstr>
      <vt:lpstr>Fixed Units vs. Relative Units</vt:lpstr>
      <vt:lpstr>Font-Weight</vt:lpstr>
      <vt:lpstr>Font-Variant</vt:lpstr>
      <vt:lpstr>Text Formatting</vt:lpstr>
      <vt:lpstr>Css: Margins and Padding</vt:lpstr>
      <vt:lpstr>The Box Model</vt:lpstr>
      <vt:lpstr>Margins</vt:lpstr>
      <vt:lpstr>Margins: Individual Properties</vt:lpstr>
      <vt:lpstr>Margins: Inherit</vt:lpstr>
      <vt:lpstr>Margins: Auto</vt:lpstr>
      <vt:lpstr>Padding</vt:lpstr>
      <vt:lpstr>Padding: Individual Sides</vt:lpstr>
      <vt:lpstr>Width and Height</vt:lpstr>
      <vt:lpstr>Setting Height and Width</vt:lpstr>
      <vt:lpstr>Basic css layout concepts</vt:lpstr>
      <vt:lpstr>Content Regions</vt:lpstr>
      <vt:lpstr>Content Regions: Before HTML5</vt:lpstr>
      <vt:lpstr>Content Regions: Using HTML5</vt:lpstr>
      <vt:lpstr>Creating Initial Page Elements</vt:lpstr>
      <vt:lpstr>Adding Header</vt:lpstr>
      <vt:lpstr>Adding Navigation</vt:lpstr>
      <vt:lpstr>Adding Sidebar and Content</vt:lpstr>
      <vt:lpstr>Adding Footer</vt:lpstr>
      <vt:lpstr>Example</vt:lpstr>
      <vt:lpstr>Example: Navigation</vt:lpstr>
      <vt:lpstr>Example: Header Images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UI/UX</dc:title>
  <dc:subject>Web UI/UX</dc:subject>
  <dc:creator>Tan Sio Poh</dc:creator>
  <cp:keywords>CODT, CIT1C16, ADEV, CIT1C17, Web UI/UX</cp:keywords>
  <dc:description/>
  <cp:lastModifiedBy>temasek poly</cp:lastModifiedBy>
  <cp:revision>285</cp:revision>
  <dcterms:created xsi:type="dcterms:W3CDTF">2016-03-04T00:57:19Z</dcterms:created>
  <dcterms:modified xsi:type="dcterms:W3CDTF">2021-09-21T09:03:14Z</dcterms:modified>
  <cp:category>Software Cluster</cp:category>
</cp:coreProperties>
</file>