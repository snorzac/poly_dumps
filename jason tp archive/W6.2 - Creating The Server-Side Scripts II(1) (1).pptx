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89" r:id="rId3"/>
    <p:sldId id="373" r:id="rId4"/>
    <p:sldId id="502" r:id="rId5"/>
    <p:sldId id="503" r:id="rId6"/>
    <p:sldId id="504" r:id="rId7"/>
    <p:sldId id="505" r:id="rId8"/>
    <p:sldId id="506" r:id="rId9"/>
    <p:sldId id="402" r:id="rId10"/>
    <p:sldId id="497" r:id="rId11"/>
    <p:sldId id="440" r:id="rId12"/>
    <p:sldId id="507" r:id="rId13"/>
    <p:sldId id="446" r:id="rId14"/>
    <p:sldId id="498" r:id="rId15"/>
    <p:sldId id="499" r:id="rId16"/>
    <p:sldId id="486" r:id="rId17"/>
    <p:sldId id="423" r:id="rId18"/>
    <p:sldId id="288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DA"/>
    <a:srgbClr val="0070C0"/>
    <a:srgbClr val="1CADE4"/>
    <a:srgbClr val="FAD22C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878DA-C859-45A5-995D-1513972A5142}" v="10" dt="2018-09-28T07:07:42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2" autoAdjust="0"/>
    <p:restoredTop sz="93875" autoAdjust="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22/9/2021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B1F42F74-75E5-42CB-8590-502DC3F95CF0}" type="datetime1">
              <a:rPr lang="en-US" smtClean="0"/>
              <a:t>9/22/2021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3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DC50-FC28-472D-98A7-6638A1527CA2}" type="datetime1">
              <a:rPr lang="en-US" smtClean="0"/>
              <a:t>9/22/2021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BPtuzLWeKLg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127.0.0.1:8080/comments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nodejs/nodejs_mysql_select.asp" TargetMode="External"/><Relationship Id="rId2" Type="http://schemas.openxmlformats.org/officeDocument/2006/relationships/hyperlink" Target="https://www.tutorialspoint.com/mysql/inde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pressjs.com/en/api.html" TargetMode="External"/><Relationship Id="rId5" Type="http://schemas.openxmlformats.org/officeDocument/2006/relationships/hyperlink" Target="https://www.tutorialspoint.com/nodejs/nodejs_request_object.htm" TargetMode="External"/><Relationship Id="rId4" Type="http://schemas.openxmlformats.org/officeDocument/2006/relationships/hyperlink" Target="https://scotch.io/tutorials/use-expressjs-to-get-url-and-post-parameter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Creating the Server-Side Scripts II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06.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F056B3-4CEB-4FFD-BE48-F055B70D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connect to database server using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execute SQL commands in Node.js;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create Web API;</a:t>
            </a:r>
          </a:p>
          <a:p>
            <a:pPr>
              <a:lnSpc>
                <a:spcPct val="100000"/>
              </a:lnSpc>
              <a:defRPr/>
            </a:pPr>
            <a:r>
              <a:rPr lang="en-US" dirty="0">
                <a:ea typeface="ＭＳ Ｐゴシック" charset="0"/>
              </a:rPr>
              <a:t>Demonstrate how to route HTTP requests in Node.js.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XAMPP – MySQL</a:t>
            </a:r>
          </a:p>
          <a:p>
            <a:pPr>
              <a:lnSpc>
                <a:spcPct val="100000"/>
              </a:lnSpc>
            </a:pPr>
            <a:r>
              <a:rPr lang="en-GB" dirty="0"/>
              <a:t>MySQL Workbench</a:t>
            </a:r>
          </a:p>
          <a:p>
            <a:pPr>
              <a:lnSpc>
                <a:spcPct val="100000"/>
              </a:lnSpc>
            </a:pPr>
            <a:r>
              <a:rPr lang="en-GB" dirty="0"/>
              <a:t>Visual Studio Code</a:t>
            </a:r>
          </a:p>
          <a:p>
            <a:pPr>
              <a:lnSpc>
                <a:spcPct val="100000"/>
              </a:lnSpc>
            </a:pPr>
            <a:r>
              <a:rPr lang="en-GB" dirty="0"/>
              <a:t>Chrome Browser</a:t>
            </a:r>
          </a:p>
          <a:p>
            <a:pPr>
              <a:lnSpc>
                <a:spcPct val="100000"/>
              </a:lnSpc>
            </a:pPr>
            <a:r>
              <a:rPr lang="en-GB" dirty="0"/>
              <a:t>Postman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25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984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 Class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You will now learn to write the SQL codes in JavaScript to create a Comment class.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the root folder of movie-review project, create a new folder called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the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en-GB" dirty="0"/>
              <a:t> folder, create a new file called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Comment.js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Watch week 6.2 demo </a:t>
            </a:r>
            <a:r>
              <a:rPr lang="en-GB" dirty="0">
                <a:hlinkClick r:id="rId2"/>
              </a:rPr>
              <a:t>here</a:t>
            </a: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917098-D735-4ADE-987E-6EBB667226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544" y="1989057"/>
            <a:ext cx="3816811" cy="17953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004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DC536A35-9195-4758-951F-653726364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899" y="1600200"/>
            <a:ext cx="10556057" cy="464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Add the following codes to create the constructor of the Comment class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15378-3BE4-4851-9FD7-FA7663C8E122}"/>
              </a:ext>
            </a:extLst>
          </p:cNvPr>
          <p:cNvSpPr txBox="1"/>
          <p:nvPr/>
        </p:nvSpPr>
        <p:spPr>
          <a:xfrm>
            <a:off x="1310325" y="2828041"/>
            <a:ext cx="6785832" cy="31700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rgbClr val="C00000"/>
                </a:solidFill>
                <a:latin typeface="Courier"/>
              </a:rPr>
              <a:t>"use strict";</a:t>
            </a:r>
          </a:p>
          <a:p>
            <a:br>
              <a:rPr lang="en-SG" sz="1200" dirty="0">
                <a:latin typeface="Courier"/>
              </a:rPr>
            </a:br>
            <a:r>
              <a:rPr lang="en-SG" sz="1200" dirty="0">
                <a:solidFill>
                  <a:srgbClr val="007DDA"/>
                </a:solidFill>
                <a:latin typeface="Courier"/>
              </a:rPr>
              <a:t>class </a:t>
            </a:r>
            <a:r>
              <a:rPr lang="en-SG" sz="1200" dirty="0">
                <a:latin typeface="Courier"/>
              </a:rPr>
              <a:t>Comment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 </a:t>
            </a:r>
            <a:r>
              <a:rPr lang="en-SG" sz="1200" dirty="0">
                <a:latin typeface="Courier"/>
              </a:rPr>
              <a:t>{</a:t>
            </a:r>
          </a:p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constructor</a:t>
            </a:r>
            <a:r>
              <a:rPr lang="en-SG" sz="1200" dirty="0">
                <a:latin typeface="Courier"/>
              </a:rPr>
              <a:t>(id, </a:t>
            </a:r>
            <a:r>
              <a:rPr lang="en-SG" sz="1200" dirty="0" err="1">
                <a:latin typeface="Courier"/>
              </a:rPr>
              <a:t>movieId</a:t>
            </a:r>
            <a:r>
              <a:rPr lang="en-SG" sz="1200" dirty="0">
                <a:latin typeface="Courier"/>
              </a:rPr>
              <a:t>, movie, review, username, rating, </a:t>
            </a:r>
            <a:r>
              <a:rPr lang="en-SG" sz="1200" dirty="0" err="1">
                <a:latin typeface="Courier"/>
              </a:rPr>
              <a:t>datePosted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>
                <a:latin typeface="Courier"/>
              </a:rPr>
              <a:t>.id = id;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.movieId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movieId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</a:t>
            </a:r>
            <a:r>
              <a:rPr lang="en-SG" sz="1200" dirty="0">
                <a:latin typeface="Courier"/>
              </a:rPr>
              <a:t> = movie;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.review</a:t>
            </a:r>
            <a:r>
              <a:rPr lang="en-SG" sz="1200" dirty="0">
                <a:latin typeface="Courier"/>
              </a:rPr>
              <a:t> = review;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.username</a:t>
            </a:r>
            <a:r>
              <a:rPr lang="en-SG" sz="1200" dirty="0">
                <a:latin typeface="Courier"/>
              </a:rPr>
              <a:t> = username;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.rating</a:t>
            </a:r>
            <a:r>
              <a:rPr lang="en-SG" sz="1200" dirty="0">
                <a:latin typeface="Courier"/>
              </a:rPr>
              <a:t> = rating;</a:t>
            </a:r>
          </a:p>
          <a:p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.datePosted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datePosted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}</a:t>
            </a:r>
          </a:p>
          <a:p>
            <a:r>
              <a:rPr lang="en-SG" sz="1200" b="1" dirty="0">
                <a:solidFill>
                  <a:schemeClr val="accent5"/>
                </a:solidFill>
                <a:latin typeface="Courier"/>
              </a:rPr>
              <a:t>//add the set and get methods here</a:t>
            </a:r>
            <a:br>
              <a:rPr lang="en-SG" sz="1200" dirty="0">
                <a:latin typeface="Courier"/>
              </a:rPr>
            </a:br>
            <a:r>
              <a:rPr lang="en-SG" sz="1200" dirty="0">
                <a:latin typeface="Courier"/>
              </a:rPr>
              <a:t>}</a:t>
            </a:r>
          </a:p>
          <a:p>
            <a:br>
              <a:rPr lang="en-SG" sz="1200" dirty="0">
                <a:solidFill>
                  <a:srgbClr val="007DDA"/>
                </a:solidFill>
                <a:latin typeface="Courier"/>
              </a:rPr>
            </a:br>
            <a:r>
              <a:rPr lang="en-SG" sz="1200" dirty="0" err="1">
                <a:latin typeface="Courier"/>
              </a:rPr>
              <a:t>module.exports</a:t>
            </a:r>
            <a:r>
              <a:rPr lang="en-SG" sz="1200" dirty="0">
                <a:latin typeface="Courier"/>
              </a:rPr>
              <a:t> = Comment;</a:t>
            </a:r>
          </a:p>
          <a:p>
            <a:endParaRPr lang="en-SG" sz="8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757872-F830-48B9-A3E4-9F505981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</p:spPr>
        <p:txBody>
          <a:bodyPr/>
          <a:lstStyle/>
          <a:p>
            <a:r>
              <a:rPr lang="en-GB" dirty="0"/>
              <a:t>Creating the Comment Class</a:t>
            </a:r>
          </a:p>
        </p:txBody>
      </p:sp>
    </p:spTree>
    <p:extLst>
      <p:ext uri="{BB962C8B-B14F-4D97-AF65-F5344CB8AC3E}">
        <p14:creationId xmlns:p14="http://schemas.microsoft.com/office/powerpoint/2010/main" val="162530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DC536A35-9195-4758-951F-653726364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899" y="1600200"/>
            <a:ext cx="10556057" cy="464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Add the following </a:t>
            </a:r>
            <a:r>
              <a:rPr lang="en-GB" dirty="0">
                <a:solidFill>
                  <a:srgbClr val="0070C0"/>
                </a:solidFill>
              </a:rPr>
              <a:t>get</a:t>
            </a:r>
            <a:r>
              <a:rPr lang="en-GB" dirty="0"/>
              <a:t> methods below the constructor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15378-3BE4-4851-9FD7-FA7663C8E122}"/>
              </a:ext>
            </a:extLst>
          </p:cNvPr>
          <p:cNvSpPr txBox="1"/>
          <p:nvPr/>
        </p:nvSpPr>
        <p:spPr>
          <a:xfrm>
            <a:off x="1357459" y="2224726"/>
            <a:ext cx="4232636" cy="39703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 err="1">
                <a:latin typeface="Courier"/>
              </a:rPr>
              <a:t>getId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this</a:t>
            </a:r>
            <a:r>
              <a:rPr lang="en-SG" sz="1200" dirty="0">
                <a:latin typeface="Courier"/>
              </a:rPr>
              <a:t>.id;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getMovieId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.movieId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getMovie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getReview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.review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getUsername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.username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getRating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.rating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getDatePosted</a:t>
            </a:r>
            <a:r>
              <a:rPr lang="en-SG" sz="1200" dirty="0">
                <a:latin typeface="Courier"/>
              </a:rPr>
              <a:t>()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>
                <a:solidFill>
                  <a:srgbClr val="007DDA"/>
                </a:solidFill>
                <a:latin typeface="Courier"/>
              </a:rPr>
              <a:t>return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.datePosted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3634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DC536A35-9195-4758-951F-653726364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899" y="1600200"/>
            <a:ext cx="10556057" cy="46403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Add the following </a:t>
            </a:r>
            <a:r>
              <a:rPr lang="en-GB" dirty="0">
                <a:solidFill>
                  <a:srgbClr val="0070C0"/>
                </a:solidFill>
              </a:rPr>
              <a:t>set</a:t>
            </a:r>
            <a:r>
              <a:rPr lang="en-GB" dirty="0"/>
              <a:t> methods below the constructor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15378-3BE4-4851-9FD7-FA7663C8E122}"/>
              </a:ext>
            </a:extLst>
          </p:cNvPr>
          <p:cNvSpPr txBox="1"/>
          <p:nvPr/>
        </p:nvSpPr>
        <p:spPr>
          <a:xfrm>
            <a:off x="1357459" y="2224726"/>
            <a:ext cx="4232636" cy="3416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 err="1">
                <a:latin typeface="Courier"/>
              </a:rPr>
              <a:t>setMovieId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movieId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.movieId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movieId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setMovie</a:t>
            </a:r>
            <a:r>
              <a:rPr lang="en-SG" sz="1200" dirty="0">
                <a:latin typeface="Courier"/>
              </a:rPr>
              <a:t>(movie)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.movie</a:t>
            </a:r>
            <a:r>
              <a:rPr lang="en-SG" sz="1200" dirty="0">
                <a:latin typeface="Courier"/>
              </a:rPr>
              <a:t> = movie;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setReview</a:t>
            </a:r>
            <a:r>
              <a:rPr lang="en-SG" sz="1200" dirty="0">
                <a:latin typeface="Courier"/>
              </a:rPr>
              <a:t>(review)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.review</a:t>
            </a:r>
            <a:r>
              <a:rPr lang="en-SG" sz="1200" dirty="0">
                <a:latin typeface="Courier"/>
              </a:rPr>
              <a:t> = review;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setUsername</a:t>
            </a:r>
            <a:r>
              <a:rPr lang="en-SG" sz="1200" dirty="0">
                <a:latin typeface="Courier"/>
              </a:rPr>
              <a:t>(username)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.username</a:t>
            </a:r>
            <a:r>
              <a:rPr lang="en-SG" sz="1200" dirty="0">
                <a:latin typeface="Courier"/>
              </a:rPr>
              <a:t> = username;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setRating</a:t>
            </a:r>
            <a:r>
              <a:rPr lang="en-SG" sz="1200" dirty="0">
                <a:latin typeface="Courier"/>
              </a:rPr>
              <a:t>(rating)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.rating</a:t>
            </a:r>
            <a:r>
              <a:rPr lang="en-SG" sz="1200" dirty="0">
                <a:latin typeface="Courier"/>
              </a:rPr>
              <a:t> = rating;</a:t>
            </a:r>
          </a:p>
          <a:p>
            <a:r>
              <a:rPr lang="en-SG" sz="1200" dirty="0">
                <a:latin typeface="Courier"/>
              </a:rPr>
              <a:t>    }</a:t>
            </a:r>
          </a:p>
          <a:p>
            <a:r>
              <a:rPr lang="en-SG" sz="1200" dirty="0" err="1">
                <a:latin typeface="Courier"/>
              </a:rPr>
              <a:t>setDatePosted</a:t>
            </a:r>
            <a:r>
              <a:rPr lang="en-SG" sz="1200" dirty="0">
                <a:latin typeface="Courier"/>
              </a:rPr>
              <a:t>(</a:t>
            </a:r>
            <a:r>
              <a:rPr lang="en-SG" sz="1200" dirty="0" err="1">
                <a:latin typeface="Courier"/>
              </a:rPr>
              <a:t>datePosted</a:t>
            </a:r>
            <a:r>
              <a:rPr lang="en-SG" sz="1200" dirty="0">
                <a:latin typeface="Courier"/>
              </a:rPr>
              <a:t>) {</a:t>
            </a:r>
          </a:p>
          <a:p>
            <a:r>
              <a:rPr lang="en-SG" sz="1200" dirty="0">
                <a:latin typeface="Courier"/>
              </a:rPr>
              <a:t>        </a:t>
            </a:r>
            <a:r>
              <a:rPr lang="en-SG" sz="1200" dirty="0" err="1">
                <a:solidFill>
                  <a:srgbClr val="007DDA"/>
                </a:solidFill>
                <a:latin typeface="Courier"/>
              </a:rPr>
              <a:t>this</a:t>
            </a:r>
            <a:r>
              <a:rPr lang="en-SG" sz="1200" dirty="0" err="1">
                <a:latin typeface="Courier"/>
              </a:rPr>
              <a:t>.datePosted</a:t>
            </a:r>
            <a:r>
              <a:rPr lang="en-SG" sz="1200" dirty="0">
                <a:latin typeface="Courier"/>
              </a:rPr>
              <a:t> = </a:t>
            </a:r>
            <a:r>
              <a:rPr lang="en-SG" sz="1200" dirty="0" err="1">
                <a:latin typeface="Courier"/>
              </a:rPr>
              <a:t>datePosted</a:t>
            </a:r>
            <a:r>
              <a:rPr lang="en-SG" sz="1200" dirty="0">
                <a:latin typeface="Courier"/>
              </a:rPr>
              <a:t>;</a:t>
            </a:r>
          </a:p>
          <a:p>
            <a:r>
              <a:rPr lang="en-SG" sz="1200" dirty="0">
                <a:latin typeface="Courie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2157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 DB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37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CommentsDB.js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You will now learn to write the SQL codes in JavaScript to access the database.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the root folder of movie-review project, create a new folder called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Under the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models</a:t>
            </a:r>
            <a:r>
              <a:rPr lang="en-GB" dirty="0"/>
              <a:t> folder, create a new file called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CommentsDB.js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917098-D735-4ADE-987E-6EBB667226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544" y="1989057"/>
            <a:ext cx="3816811" cy="17953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566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CommentsDB.js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635501" cy="59624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In the </a:t>
            </a:r>
            <a:r>
              <a:rPr lang="en-GB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CommentsDB.js</a:t>
            </a:r>
            <a:r>
              <a:rPr lang="en-GB" dirty="0"/>
              <a:t> file, add the following codes shown below.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8678C-DF4D-41AC-9BA5-A3023E2F4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839" y="2274246"/>
            <a:ext cx="7629525" cy="3819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561AC-D0C7-46B3-83F5-4BA6D4EC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523" y="1600200"/>
            <a:ext cx="25812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9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commentsController.js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313423" cy="67404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/>
              <a:t>In the </a:t>
            </a:r>
            <a:r>
              <a:rPr lang="en-GB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commentController.js</a:t>
            </a:r>
            <a:r>
              <a:rPr lang="en-GB" sz="1800" dirty="0"/>
              <a:t> file, add the following codes shown below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GB" sz="1800" dirty="0"/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DFCC5-66D3-48AB-98C3-3FC442EB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24" y="2025168"/>
            <a:ext cx="7159557" cy="4215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74BB76-4E20-43CA-959F-E31E2CE3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305" y="1932359"/>
            <a:ext cx="31718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7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Updating the server.js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1" y="1600200"/>
            <a:ext cx="4805706" cy="4571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600" dirty="0"/>
              <a:t>Next, open your </a:t>
            </a:r>
            <a:r>
              <a:rPr lang="en-GB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server.js</a:t>
            </a:r>
            <a:r>
              <a:rPr lang="en-GB" sz="1600" dirty="0"/>
              <a:t> file to edit.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Add the highlighted codes as shown here.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373BE-4B25-4085-AD6D-02867D9F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1" y="2458107"/>
            <a:ext cx="10943617" cy="394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8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Launch the Postman app in your browser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Select the “GET” function and paste the URL </a:t>
            </a:r>
            <a:r>
              <a:rPr lang="en-US" sz="1600" dirty="0">
                <a:hlinkClick r:id="rId2"/>
              </a:rPr>
              <a:t>http://127.0.0.1:8080/comments</a:t>
            </a:r>
            <a:r>
              <a:rPr lang="en-US" sz="1600" dirty="0"/>
              <a:t> to test if the API that we have created to retrieve movies is working correctly (remember to start your SQL server in XAMPP)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Click on the “Send” button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GB" sz="1200" dirty="0"/>
          </a:p>
          <a:p>
            <a:pPr lvl="1"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23502-8E03-487C-A2C5-922C229AE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10" y="3112465"/>
            <a:ext cx="9010650" cy="19716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46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982199" cy="47572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You should see the following data in JSON format in the “Body” of the Postman app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When the retrieval of data is successful, you should see a status “200”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GB" sz="1200" dirty="0"/>
          </a:p>
          <a:p>
            <a:pPr lvl="1">
              <a:lnSpc>
                <a:spcPct val="100000"/>
              </a:lnSpc>
            </a:pPr>
            <a:endParaRPr lang="en-GB" sz="1200" dirty="0"/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GB" sz="1600" dirty="0"/>
          </a:p>
          <a:p>
            <a:pPr>
              <a:lnSpc>
                <a:spcPct val="100000"/>
              </a:lnSpc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C4CE88-EAD2-4670-AE51-CB186DD05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55" y="2498103"/>
            <a:ext cx="7503869" cy="35891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it!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15</a:t>
            </a:fld>
            <a:endParaRPr lang="uk-U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70A66D-5E00-4546-B929-22F91F2D8E23}"/>
              </a:ext>
            </a:extLst>
          </p:cNvPr>
          <p:cNvSpPr/>
          <p:nvPr/>
        </p:nvSpPr>
        <p:spPr>
          <a:xfrm>
            <a:off x="7192651" y="2498103"/>
            <a:ext cx="980388" cy="49019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049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1755-F95D-4047-9615-4DDB0738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Episode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97851-851F-428B-B09B-6635D270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next episode, you will learn how to create APIs to add, update and delete comment.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524CC-986C-4DE2-8D01-4FACEF79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79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5C5A-233F-4C52-8792-BFD597CB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AB83-5345-4851-A34A-8D9FBABB5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 err="1"/>
              <a:t>TutorialsPoint</a:t>
            </a:r>
            <a:r>
              <a:rPr lang="en-GB" dirty="0"/>
              <a:t> – Learn MySQL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2"/>
              </a:rPr>
              <a:t>https://www.tutorialspoint.com/mysql/index.htm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W3Schools – Node.js MySQL Select From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3"/>
              </a:rPr>
              <a:t>https://www.w3schools.com/nodejs/nodejs_mysql_select.asp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expressJS</a:t>
            </a:r>
            <a:r>
              <a:rPr lang="en-GB" dirty="0"/>
              <a:t> </a:t>
            </a:r>
            <a:r>
              <a:rPr lang="mr-IN" dirty="0"/>
              <a:t>–</a:t>
            </a:r>
            <a:r>
              <a:rPr lang="en-GB" dirty="0"/>
              <a:t> Get URL and POST Parameters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4"/>
              </a:rPr>
              <a:t>https://scotch.io/tutorials/use-expressjs-to-get-url-and-post-parameters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TutorialsPoint</a:t>
            </a:r>
            <a:r>
              <a:rPr lang="en-GB" dirty="0"/>
              <a:t> </a:t>
            </a:r>
            <a:r>
              <a:rPr lang="mr-IN" dirty="0"/>
              <a:t>–</a:t>
            </a:r>
            <a:r>
              <a:rPr lang="en-GB" dirty="0"/>
              <a:t> Request Object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5"/>
              </a:rPr>
              <a:t>https://www.tutorialspoint.com/nodejs/nodejs_request_object.htm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 err="1"/>
              <a:t>expressJS</a:t>
            </a:r>
            <a:r>
              <a:rPr lang="en-GB" dirty="0"/>
              <a:t> Documentation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hlinkClick r:id="rId6"/>
              </a:rPr>
              <a:t>http://expressjs.com/en/api.html</a:t>
            </a:r>
            <a:endParaRPr lang="en-GB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ACFA0-CAB0-4572-96C1-F05AC642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016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0D1F0-3F78-4F63-8353-5B213B57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pPr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10242</TotalTime>
  <Words>752</Words>
  <Application>Microsoft Office PowerPoint</Application>
  <PresentationFormat>Widescreen</PresentationFormat>
  <Paragraphs>166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Unicode MS</vt:lpstr>
      <vt:lpstr>Calibri</vt:lpstr>
      <vt:lpstr>Courier</vt:lpstr>
      <vt:lpstr>Courier New</vt:lpstr>
      <vt:lpstr>Roboto</vt:lpstr>
      <vt:lpstr>Roboto light</vt:lpstr>
      <vt:lpstr>Verdana</vt:lpstr>
      <vt:lpstr>Office Theme</vt:lpstr>
      <vt:lpstr>Creating the Server-Side Scripts II</vt:lpstr>
      <vt:lpstr>Objectives</vt:lpstr>
      <vt:lpstr>Tools Required</vt:lpstr>
      <vt:lpstr>Creating The Comment Class</vt:lpstr>
      <vt:lpstr>Creating the Comment Class</vt:lpstr>
      <vt:lpstr>Creating the Comment Class</vt:lpstr>
      <vt:lpstr>Creating the Comment Class</vt:lpstr>
      <vt:lpstr>Creating the Comment Class</vt:lpstr>
      <vt:lpstr>Creating The Comment DB</vt:lpstr>
      <vt:lpstr>Creating a CommentsDB.js</vt:lpstr>
      <vt:lpstr>Creating the CommentsDB.js</vt:lpstr>
      <vt:lpstr>Creating the commentsController.js</vt:lpstr>
      <vt:lpstr>Updating the server.js</vt:lpstr>
      <vt:lpstr>Test it!</vt:lpstr>
      <vt:lpstr>Test it!</vt:lpstr>
      <vt:lpstr>Next Episode</vt:lpstr>
      <vt:lpstr>Reference</vt:lpstr>
      <vt:lpstr>The End</vt:lpstr>
    </vt:vector>
  </TitlesOfParts>
  <Manager/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the Model and Controller II</dc:title>
  <dc:subject>Coding and Testing</dc:subject>
  <dc:creator>Tan Sio Poh</dc:creator>
  <cp:keywords>CODT, CIT1C16, ADEV, CIT1C17, Creating the Model and Controller II</cp:keywords>
  <dc:description/>
  <cp:lastModifiedBy>temasek poly</cp:lastModifiedBy>
  <cp:revision>921</cp:revision>
  <dcterms:created xsi:type="dcterms:W3CDTF">2016-03-04T00:57:19Z</dcterms:created>
  <dcterms:modified xsi:type="dcterms:W3CDTF">2021-09-22T06:18:25Z</dcterms:modified>
  <cp:category>Software Cluster</cp:category>
</cp:coreProperties>
</file>