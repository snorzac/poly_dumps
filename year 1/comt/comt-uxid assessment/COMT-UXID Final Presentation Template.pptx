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8" r:id="rId5"/>
    <p:sldId id="260" r:id="rId6"/>
    <p:sldId id="279" r:id="rId7"/>
    <p:sldId id="280" r:id="rId8"/>
    <p:sldId id="281" r:id="rId9"/>
    <p:sldId id="263" r:id="rId10"/>
    <p:sldId id="277" r:id="rId11"/>
    <p:sldId id="275" r:id="rId12"/>
    <p:sldId id="273" r:id="rId13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CCD2C7-12FB-4276-8285-DBCECFA23597}" v="4" dt="2021-07-28T00:56:44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0" autoAdjust="0"/>
    <p:restoredTop sz="94911" autoAdjust="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ine TAN (TP)" userId="S::yulin@tp.edu.sg::149f6ddf-e620-4ef7-a498-3712de3d95d2" providerId="AD" clId="Web-{FBCCD2C7-12FB-4276-8285-DBCECFA23597}"/>
    <pc:docChg chg="modSld">
      <pc:chgData name="Josephine TAN (TP)" userId="S::yulin@tp.edu.sg::149f6ddf-e620-4ef7-a498-3712de3d95d2" providerId="AD" clId="Web-{FBCCD2C7-12FB-4276-8285-DBCECFA23597}" dt="2021-07-28T00:56:44.870" v="1" actId="20577"/>
      <pc:docMkLst>
        <pc:docMk/>
      </pc:docMkLst>
      <pc:sldChg chg="modSp">
        <pc:chgData name="Josephine TAN (TP)" userId="S::yulin@tp.edu.sg::149f6ddf-e620-4ef7-a498-3712de3d95d2" providerId="AD" clId="Web-{FBCCD2C7-12FB-4276-8285-DBCECFA23597}" dt="2021-07-28T00:56:44.870" v="1" actId="20577"/>
        <pc:sldMkLst>
          <pc:docMk/>
          <pc:sldMk cId="4273610644" sldId="258"/>
        </pc:sldMkLst>
        <pc:spChg chg="mod">
          <ac:chgData name="Josephine TAN (TP)" userId="S::yulin@tp.edu.sg::149f6ddf-e620-4ef7-a498-3712de3d95d2" providerId="AD" clId="Web-{FBCCD2C7-12FB-4276-8285-DBCECFA23597}" dt="2021-07-28T00:56:44.870" v="1" actId="20577"/>
          <ac:spMkLst>
            <pc:docMk/>
            <pc:sldMk cId="4273610644" sldId="258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B86E19-8499-4B6D-9E67-141C3F39F75D}" type="datetimeFigureOut">
              <a:rPr lang="en-SG" smtClean="0"/>
              <a:t>8/8/2021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7A26D-5981-4C14-9846-F9B681FD742C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0551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* Sample </a:t>
            </a:r>
            <a:r>
              <a:rPr lang="en-US" dirty="0">
                <a:solidFill>
                  <a:srgbClr val="FF0000"/>
                </a:solidFill>
              </a:rPr>
              <a:t>(For reference only)</a:t>
            </a:r>
          </a:p>
          <a:p>
            <a:endParaRPr lang="en-US" dirty="0"/>
          </a:p>
          <a:p>
            <a:r>
              <a:rPr lang="en-US" i="1" dirty="0"/>
              <a:t>For </a:t>
            </a:r>
            <a:r>
              <a:rPr lang="en-US" b="1" i="1" dirty="0"/>
              <a:t>non-tech-savvy movie lovers</a:t>
            </a:r>
          </a:p>
          <a:p>
            <a:r>
              <a:rPr lang="en-US" i="1" dirty="0"/>
              <a:t>who </a:t>
            </a:r>
            <a:r>
              <a:rPr lang="en-US" b="1" i="1" dirty="0"/>
              <a:t>want to check out on movies and their reviews.</a:t>
            </a:r>
            <a:endParaRPr lang="en-US" i="1" dirty="0"/>
          </a:p>
          <a:p>
            <a:r>
              <a:rPr lang="en-US" i="1" dirty="0"/>
              <a:t>The “</a:t>
            </a:r>
            <a:r>
              <a:rPr lang="en-US" b="1" i="1" dirty="0"/>
              <a:t>XYZ</a:t>
            </a:r>
            <a:r>
              <a:rPr lang="en-US" b="1" i="1" baseline="0" dirty="0"/>
              <a:t> Movie Review</a:t>
            </a:r>
            <a:r>
              <a:rPr lang="en-US" i="1" baseline="0" dirty="0"/>
              <a:t>”</a:t>
            </a:r>
            <a:r>
              <a:rPr lang="en-US" i="1" dirty="0"/>
              <a:t> is a </a:t>
            </a:r>
            <a:r>
              <a:rPr lang="en-US" b="1" i="1" dirty="0"/>
              <a:t>mobile-based movie info solution</a:t>
            </a:r>
          </a:p>
          <a:p>
            <a:r>
              <a:rPr lang="en-US" i="1" dirty="0"/>
              <a:t>that </a:t>
            </a:r>
            <a:r>
              <a:rPr lang="en-US" b="1" i="1" dirty="0"/>
              <a:t>enables the movie lovers to have an avenue to discover movies.</a:t>
            </a:r>
            <a:endParaRPr lang="en-US" i="1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7A26D-5981-4C14-9846-F9B681FD742C}" type="slidenum">
              <a:rPr lang="en-SG" smtClean="0"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06073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8/8/2021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52993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8/8/2021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4071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8/8/2021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3471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8/8/2021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98333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8/8/2021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50913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8/8/2021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0607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8/8/2021</a:t>
            </a:fld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40234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8/8/2021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79889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8/8/2021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1009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8/8/2021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24945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8/8/2021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9711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C87F4-3578-4B75-B7C8-F5A06CBD4861}" type="datetimeFigureOut">
              <a:rPr lang="en-SG" smtClean="0"/>
              <a:t>8/8/2021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87425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19869"/>
            <a:ext cx="9144000" cy="317692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dirty="0">
                <a:latin typeface="+mn-lt"/>
              </a:rPr>
            </a:br>
            <a:r>
              <a:rPr lang="en-US" sz="4400" b="1" dirty="0">
                <a:latin typeface="+mn-lt"/>
              </a:rPr>
              <a:t>Final Joint Presentation </a:t>
            </a:r>
            <a:br>
              <a:rPr lang="en-US" sz="4400" b="1" dirty="0">
                <a:latin typeface="+mn-lt"/>
              </a:rPr>
            </a:br>
            <a:r>
              <a:rPr lang="en-US" sz="4400" b="1" dirty="0">
                <a:latin typeface="+mn-lt"/>
              </a:rPr>
              <a:t>Hi-fi (UXID) &amp; Android App (COMT) Demo</a:t>
            </a:r>
            <a:br>
              <a:rPr lang="en-US" sz="4400" b="1" dirty="0">
                <a:latin typeface="+mn-lt"/>
              </a:rPr>
            </a:br>
            <a:r>
              <a:rPr lang="en-US" sz="4000" dirty="0"/>
              <a:t>Moosic</a:t>
            </a:r>
            <a:endParaRPr lang="en-SG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96568"/>
            <a:ext cx="9144000" cy="16921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Isaac Tan</a:t>
            </a:r>
          </a:p>
          <a:p>
            <a:r>
              <a:rPr lang="en-US" dirty="0"/>
              <a:t>2100902B</a:t>
            </a:r>
          </a:p>
          <a:p>
            <a:r>
              <a:rPr lang="en-US" dirty="0"/>
              <a:t>P11</a:t>
            </a:r>
          </a:p>
          <a:p>
            <a:r>
              <a:rPr lang="en-US" dirty="0"/>
              <a:t>Cybersecurity and Digital Forensics</a:t>
            </a:r>
          </a:p>
        </p:txBody>
      </p:sp>
    </p:spTree>
    <p:extLst>
      <p:ext uri="{BB962C8B-B14F-4D97-AF65-F5344CB8AC3E}">
        <p14:creationId xmlns:p14="http://schemas.microsoft.com/office/powerpoint/2010/main" val="4273610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241505" cy="1325563"/>
          </a:xfrm>
        </p:spPr>
        <p:txBody>
          <a:bodyPr>
            <a:normAutofit/>
          </a:bodyPr>
          <a:lstStyle/>
          <a:p>
            <a:r>
              <a:rPr lang="en-SG" sz="4000" dirty="0"/>
              <a:t>1. Mobile App Value Positioning Statement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264352"/>
              </p:ext>
            </p:extLst>
          </p:nvPr>
        </p:nvGraphicFramePr>
        <p:xfrm>
          <a:off x="-1" y="1553856"/>
          <a:ext cx="12192001" cy="4440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211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Mobile App Value Positioning Statement</a:t>
                      </a:r>
                      <a:endParaRPr lang="en-SG" sz="20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SG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639"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For</a:t>
                      </a:r>
                      <a:endParaRPr lang="en-SG" sz="18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Frequent music listeners</a:t>
                      </a:r>
                      <a:endParaRPr lang="en-SG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287"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Who</a:t>
                      </a:r>
                      <a:endParaRPr lang="en-SG" sz="18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Want to have a simpler music app design/layout</a:t>
                      </a:r>
                      <a:endParaRPr lang="en-SG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7254"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The</a:t>
                      </a:r>
                      <a:endParaRPr lang="en-S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Moosic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is a</a:t>
                      </a:r>
                      <a:endParaRPr lang="en-S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Music app</a:t>
                      </a:r>
                      <a:endParaRPr lang="en-SG" sz="1800" i="1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7254"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That</a:t>
                      </a:r>
                      <a:endParaRPr lang="en-SG" sz="18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Satisfies the users by using a very basic and simple music app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276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2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Low Fidelity Vs High Fidelity Prototype</a:t>
            </a:r>
            <a:b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Low Fidelity:</a:t>
            </a:r>
            <a:endParaRPr lang="en-US" sz="4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C63A98B8-8329-4F4A-BF2B-AFDCBA9BE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00" y="1845426"/>
            <a:ext cx="9570546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1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21C4EA8-6B83-4338-913D-D75D3C4F3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497" y="679731"/>
            <a:ext cx="3124151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300"/>
              <a:t>2. Low Fidelity Vs High Fidelity Prototype</a:t>
            </a:r>
            <a:br>
              <a:rPr lang="en-US" sz="4300"/>
            </a:br>
            <a:r>
              <a:rPr lang="en-US" sz="4300"/>
              <a:t>High Fidelity:</a:t>
            </a:r>
            <a:endParaRPr lang="en-US" sz="4300" b="1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1084" y="679731"/>
            <a:ext cx="7682293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Table&#10;&#10;Description automatically generated with medium confidence">
            <a:extLst>
              <a:ext uri="{FF2B5EF4-FFF2-40B4-BE49-F238E27FC236}">
                <a16:creationId xmlns:a16="http://schemas.microsoft.com/office/drawing/2014/main" id="{DF7A8471-B92A-4A1D-817E-C9F45F406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639" y="972235"/>
            <a:ext cx="2978163" cy="5047735"/>
          </a:xfrm>
          <a:prstGeom prst="rect">
            <a:avLst/>
          </a:prstGeom>
        </p:spPr>
      </p:pic>
      <p:pic>
        <p:nvPicPr>
          <p:cNvPr id="12" name="Picture 1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60C02E3-AD7A-4476-B720-D9F5F4E4E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357" y="1225445"/>
            <a:ext cx="3383280" cy="45413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77C4C4-31C8-4E3A-A0F5-8806C5ED61CC}"/>
              </a:ext>
            </a:extLst>
          </p:cNvPr>
          <p:cNvSpPr txBox="1"/>
          <p:nvPr/>
        </p:nvSpPr>
        <p:spPr>
          <a:xfrm>
            <a:off x="0" y="6206802"/>
            <a:ext cx="9561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PREVIEW LINK:</a:t>
            </a:r>
          </a:p>
          <a:p>
            <a:r>
              <a:rPr lang="en-SG" dirty="0"/>
              <a:t>https://xd.adobe.com/view/1a208697-eed7-4b7b-b6b7-0f093c7023ff-4f73/?fullscreen&amp;hints=off</a:t>
            </a:r>
          </a:p>
        </p:txBody>
      </p:sp>
    </p:spTree>
    <p:extLst>
      <p:ext uri="{BB962C8B-B14F-4D97-AF65-F5344CB8AC3E}">
        <p14:creationId xmlns:p14="http://schemas.microsoft.com/office/powerpoint/2010/main" val="213204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21C4EA8-6B83-4338-913D-D75D3C4F3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497" y="679731"/>
            <a:ext cx="3124151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300"/>
              <a:t>2. Low Fidelity Vs High Fidelity Prototype</a:t>
            </a:r>
            <a:br>
              <a:rPr lang="en-US" sz="4300"/>
            </a:br>
            <a:r>
              <a:rPr lang="en-US" sz="4300"/>
              <a:t>High Fidelity:</a:t>
            </a:r>
            <a:endParaRPr lang="en-US" sz="4300" b="1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1084" y="679731"/>
            <a:ext cx="7682293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7783C755-4A9F-4690-92C5-89D786E80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710" y="972235"/>
            <a:ext cx="3016021" cy="5047735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B19413FE-7354-4B17-A537-30C0FC9A7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128" y="972235"/>
            <a:ext cx="3091737" cy="504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3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SG" dirty="0"/>
              <a:t>Video Demo of Hi-Fi Prototype</a:t>
            </a:r>
            <a:endParaRPr lang="en-SG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795" y="365125"/>
            <a:ext cx="924009" cy="9240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1690688"/>
            <a:ext cx="3174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https://youtu.be/UJxNIBD4uHw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9961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SG" dirty="0"/>
              <a:t>Video Demo of Music App</a:t>
            </a:r>
            <a:endParaRPr lang="en-SG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795" y="365125"/>
            <a:ext cx="924009" cy="9240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1690688"/>
            <a:ext cx="291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https://youtu.be/xYJYrz0CrxE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46476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Personal </a:t>
            </a:r>
            <a:r>
              <a:rPr lang="en-US" b="1" dirty="0"/>
              <a:t>Reflection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SG" sz="2400" dirty="0"/>
              <a:t>The experience doing this project was very fruitful and enriching.</a:t>
            </a:r>
          </a:p>
          <a:p>
            <a:r>
              <a:rPr lang="en-SG" sz="2400" dirty="0"/>
              <a:t>Being a student not having any coding background and very new to coding, I managed to get a hold of what I am coding after many weeks of attending lectures and asking questions. Also, as a student that has no designing background and does not like to design things, learning about designing was more fulfilling rather than to design as I got to know the behind the scenes of the designing part as I have not realised about them even when I use these apps every day.</a:t>
            </a:r>
          </a:p>
          <a:p>
            <a:r>
              <a:rPr lang="en-SG" sz="2400" dirty="0"/>
              <a:t>I really enjoy the coding part of this assignment. Starting from literally just a blank page and after many weeks of progress, the end result of the app working is very satisfying. The designing may be a little troublesome as there were many small details that matters to the whole project, but now looking back at the low fidelity prototype, I am very proud that this project works very successfully.</a:t>
            </a:r>
          </a:p>
          <a:p>
            <a:r>
              <a:rPr lang="en-SG" sz="2400" dirty="0"/>
              <a:t>I rate the experience for this whole assignment as a 5 </a:t>
            </a:r>
            <a:r>
              <a:rPr lang="en-SG" sz="2400" dirty="0">
                <a:sym typeface="Wingdings" panose="05000000000000000000" pitchFamily="2" charset="2"/>
              </a:rPr>
              <a:t>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130519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9123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Thank You !</a:t>
            </a:r>
            <a:endParaRPr lang="en-SG" sz="7200" dirty="0"/>
          </a:p>
        </p:txBody>
      </p:sp>
    </p:spTree>
    <p:extLst>
      <p:ext uri="{BB962C8B-B14F-4D97-AF65-F5344CB8AC3E}">
        <p14:creationId xmlns:p14="http://schemas.microsoft.com/office/powerpoint/2010/main" val="156480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F7E5C569B40F459B57BB7C6F0D408D" ma:contentTypeVersion="4" ma:contentTypeDescription="Create a new document." ma:contentTypeScope="" ma:versionID="3cc1c9684103c6aba42cb936160eef85">
  <xsd:schema xmlns:xsd="http://www.w3.org/2001/XMLSchema" xmlns:xs="http://www.w3.org/2001/XMLSchema" xmlns:p="http://schemas.microsoft.com/office/2006/metadata/properties" xmlns:ns2="7a6baa61-3174-4382-aa1e-f35c22d85b52" targetNamespace="http://schemas.microsoft.com/office/2006/metadata/properties" ma:root="true" ma:fieldsID="434e45ae160a00dec857682404fa0657" ns2:_="">
    <xsd:import namespace="7a6baa61-3174-4382-aa1e-f35c22d85b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baa61-3174-4382-aa1e-f35c22d85b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5B5AA2-43C2-4ACA-9995-A0CDBEA4941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9AEA971-B0E3-4859-BA01-D8ECE34FF8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6baa61-3174-4382-aa1e-f35c22d85b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F7442B-8DFA-47F3-9DE4-ABCF3FD359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10620</TotalTime>
  <Words>402</Words>
  <Application>Microsoft Office PowerPoint</Application>
  <PresentationFormat>Widescreen</PresentationFormat>
  <Paragraphs>39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 Final Joint Presentation  Hi-fi (UXID) &amp; Android App (COMT) Demo Moosic</vt:lpstr>
      <vt:lpstr>1. Mobile App Value Positioning Statement</vt:lpstr>
      <vt:lpstr>2. Low Fidelity Vs High Fidelity Prototype Low Fidelity:</vt:lpstr>
      <vt:lpstr>2. Low Fidelity Vs High Fidelity Prototype High Fidelity:</vt:lpstr>
      <vt:lpstr>2. Low Fidelity Vs High Fidelity Prototype High Fidelity:</vt:lpstr>
      <vt:lpstr>3. Video Demo of Hi-Fi Prototype</vt:lpstr>
      <vt:lpstr>4. Video Demo of Music App</vt:lpstr>
      <vt:lpstr>5. Personal Reflection</vt:lpstr>
      <vt:lpstr>Thank You !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Eber-Tan Yu Lin, Josephine</dc:creator>
  <cp:lastModifiedBy>ISAAC TAN (CHEN EN)</cp:lastModifiedBy>
  <cp:revision>122</cp:revision>
  <cp:lastPrinted>2017-06-27T00:56:20Z</cp:lastPrinted>
  <dcterms:created xsi:type="dcterms:W3CDTF">2017-04-13T11:04:04Z</dcterms:created>
  <dcterms:modified xsi:type="dcterms:W3CDTF">2021-08-08T14:11:44Z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69d7fc4-da81-42e5-b309-526f71322d86_Enabled">
    <vt:lpwstr>true</vt:lpwstr>
  </property>
  <property fmtid="{D5CDD505-2E9C-101B-9397-08002B2CF9AE}" pid="3" name="MSIP_Label_f69d7fc4-da81-42e5-b309-526f71322d86_SetDate">
    <vt:lpwstr>2021-07-26T02:48:03Z</vt:lpwstr>
  </property>
  <property fmtid="{D5CDD505-2E9C-101B-9397-08002B2CF9AE}" pid="4" name="MSIP_Label_f69d7fc4-da81-42e5-b309-526f71322d86_Method">
    <vt:lpwstr>Standard</vt:lpwstr>
  </property>
  <property fmtid="{D5CDD505-2E9C-101B-9397-08002B2CF9AE}" pid="5" name="MSIP_Label_f69d7fc4-da81-42e5-b309-526f71322d86_Name">
    <vt:lpwstr>Non Sensitive</vt:lpwstr>
  </property>
  <property fmtid="{D5CDD505-2E9C-101B-9397-08002B2CF9AE}" pid="6" name="MSIP_Label_f69d7fc4-da81-42e5-b309-526f71322d86_SiteId">
    <vt:lpwstr>25a99bf0-8e72-472a-ae50-adfbdf0df6f1</vt:lpwstr>
  </property>
  <property fmtid="{D5CDD505-2E9C-101B-9397-08002B2CF9AE}" pid="7" name="MSIP_Label_f69d7fc4-da81-42e5-b309-526f71322d86_ActionId">
    <vt:lpwstr>03fed2c8-f37d-4a2d-9304-13c949720d3e</vt:lpwstr>
  </property>
  <property fmtid="{D5CDD505-2E9C-101B-9397-08002B2CF9AE}" pid="8" name="MSIP_Label_f69d7fc4-da81-42e5-b309-526f71322d86_ContentBits">
    <vt:lpwstr>0</vt:lpwstr>
  </property>
  <property fmtid="{D5CDD505-2E9C-101B-9397-08002B2CF9AE}" pid="9" name="ContentTypeId">
    <vt:lpwstr>0x010100CAF7E5C569B40F459B57BB7C6F0D408D</vt:lpwstr>
  </property>
</Properties>
</file>