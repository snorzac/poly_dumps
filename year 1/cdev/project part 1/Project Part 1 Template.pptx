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handoutMasterIdLst>
    <p:handoutMasterId r:id="rId13"/>
  </p:handoutMasterIdLst>
  <p:sldIdLst>
    <p:sldId id="292" r:id="rId2"/>
    <p:sldId id="302" r:id="rId3"/>
    <p:sldId id="306" r:id="rId4"/>
    <p:sldId id="308" r:id="rId5"/>
    <p:sldId id="309" r:id="rId6"/>
    <p:sldId id="310" r:id="rId7"/>
    <p:sldId id="311" r:id="rId8"/>
    <p:sldId id="312" r:id="rId9"/>
    <p:sldId id="313" r:id="rId10"/>
    <p:sldId id="307" r:id="rId11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ena Saleh" initials="SS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339933"/>
    <a:srgbClr val="FFC000"/>
    <a:srgbClr val="EEEEEE"/>
    <a:srgbClr val="FAD22C"/>
    <a:srgbClr val="1CADE4"/>
    <a:srgbClr val="61C5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74" autoAdjust="0"/>
    <p:restoredTop sz="93910" autoAdjust="0"/>
  </p:normalViewPr>
  <p:slideViewPr>
    <p:cSldViewPr snapToGrid="0">
      <p:cViewPr varScale="1">
        <p:scale>
          <a:sx n="91" d="100"/>
          <a:sy n="91" d="100"/>
        </p:scale>
        <p:origin x="18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32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11234-2D62-4BBD-86D3-88BD3B70B2B6}" type="datetimeFigureOut">
              <a:rPr lang="en-SG" smtClean="0"/>
              <a:t>19/11/2021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ECAF8-34D8-484C-A1FD-90CACC324D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56645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268A-7AE4-432A-9318-AFE0CD5AF515}" type="datetimeFigureOut">
              <a:rPr lang="en-SG" smtClean="0"/>
              <a:t>19/11/2021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43D8-64E2-477C-8585-1478630245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7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8880A-75DD-4838-AFBC-E75FBE476E55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90466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431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2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49BF6B-4274-4F8F-BAA2-B27082AD9967}" type="datetimeFigureOut">
              <a:rPr lang="en-SG" smtClean="0"/>
              <a:t>19/11/2021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17637" y="6356350"/>
            <a:ext cx="7462685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35195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582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68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251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761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2169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581" y="1499359"/>
            <a:ext cx="10336162" cy="458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47987" y="6341602"/>
            <a:ext cx="4694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9582" y="365126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14083" y="6341602"/>
            <a:ext cx="106339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CDEV • Coding and Development Project ] [ DBAV • Database Application Development ] 		</a:t>
            </a:r>
            <a:r>
              <a:rPr lang="en-SG" sz="1200" spc="80" baseline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2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2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65126"/>
            <a:ext cx="284813" cy="8197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583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>
          <a:solidFill>
            <a:srgbClr val="0070C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17030D-F9A5-469C-B08C-422CD33EDF0E}"/>
              </a:ext>
            </a:extLst>
          </p:cNvPr>
          <p:cNvSpPr txBox="1"/>
          <p:nvPr/>
        </p:nvSpPr>
        <p:spPr>
          <a:xfrm>
            <a:off x="2337663" y="1598507"/>
            <a:ext cx="73450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/>
              <a:t>Software Cluster Project Part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1E56D-DBB6-4920-8873-6BFF4DD931A4}"/>
              </a:ext>
            </a:extLst>
          </p:cNvPr>
          <p:cNvSpPr txBox="1"/>
          <p:nvPr/>
        </p:nvSpPr>
        <p:spPr>
          <a:xfrm>
            <a:off x="4802941" y="2776229"/>
            <a:ext cx="21283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Uncle Eats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8A0C03-BBA9-4AD2-9755-EAEAF6113563}"/>
              </a:ext>
            </a:extLst>
          </p:cNvPr>
          <p:cNvSpPr txBox="1"/>
          <p:nvPr/>
        </p:nvSpPr>
        <p:spPr>
          <a:xfrm>
            <a:off x="5351777" y="4477173"/>
            <a:ext cx="1030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Isaac Tan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258169-E062-40F0-8371-2EA35A7D9BA1}"/>
              </a:ext>
            </a:extLst>
          </p:cNvPr>
          <p:cNvSpPr txBox="1"/>
          <p:nvPr/>
        </p:nvSpPr>
        <p:spPr>
          <a:xfrm>
            <a:off x="5302693" y="4948105"/>
            <a:ext cx="11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2100902B</a:t>
            </a:r>
          </a:p>
        </p:txBody>
      </p:sp>
    </p:spTree>
    <p:extLst>
      <p:ext uri="{BB962C8B-B14F-4D97-AF65-F5344CB8AC3E}">
        <p14:creationId xmlns:p14="http://schemas.microsoft.com/office/powerpoint/2010/main" val="318126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3BA8-79AE-4A0B-87BE-E4505FC6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Site Navigation Map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F3282E-37E2-4164-9591-9BB531FFFDD4}"/>
              </a:ext>
            </a:extLst>
          </p:cNvPr>
          <p:cNvGrpSpPr/>
          <p:nvPr/>
        </p:nvGrpSpPr>
        <p:grpSpPr>
          <a:xfrm>
            <a:off x="2144681" y="1339476"/>
            <a:ext cx="7902637" cy="2694498"/>
            <a:chOff x="562755" y="344750"/>
            <a:chExt cx="9336371" cy="316294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464B231-F9E6-4C9C-A837-4EA2DD257608}"/>
                </a:ext>
              </a:extLst>
            </p:cNvPr>
            <p:cNvGrpSpPr/>
            <p:nvPr/>
          </p:nvGrpSpPr>
          <p:grpSpPr>
            <a:xfrm>
              <a:off x="562755" y="2068618"/>
              <a:ext cx="9336371" cy="1439079"/>
              <a:chOff x="562755" y="2068618"/>
              <a:chExt cx="9336371" cy="14390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CC71667-AFBD-43B1-8230-A1349CEDCCCF}"/>
                  </a:ext>
                </a:extLst>
              </p:cNvPr>
              <p:cNvSpPr/>
              <p:nvPr/>
            </p:nvSpPr>
            <p:spPr>
              <a:xfrm>
                <a:off x="6372379" y="2653250"/>
                <a:ext cx="1633928" cy="85443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Filter</a:t>
                </a:r>
                <a:endParaRPr lang="en-SG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E1958B-294D-450A-80BC-D90CCC571F31}"/>
                  </a:ext>
                </a:extLst>
              </p:cNvPr>
              <p:cNvSpPr/>
              <p:nvPr/>
            </p:nvSpPr>
            <p:spPr>
              <a:xfrm>
                <a:off x="2532087" y="2653257"/>
                <a:ext cx="1633928" cy="85443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Login</a:t>
                </a:r>
                <a:endParaRPr lang="en-SG" dirty="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AC72F53-FD24-4814-97D8-E9BF8B575AC3}"/>
                  </a:ext>
                </a:extLst>
              </p:cNvPr>
              <p:cNvSpPr/>
              <p:nvPr/>
            </p:nvSpPr>
            <p:spPr>
              <a:xfrm>
                <a:off x="4479560" y="2653258"/>
                <a:ext cx="1633928" cy="85443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Register</a:t>
                </a:r>
                <a:endParaRPr lang="en-SG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B44FCD9-2DBE-4AB0-8DAD-61C75C656F0E}"/>
                  </a:ext>
                </a:extLst>
              </p:cNvPr>
              <p:cNvSpPr/>
              <p:nvPr/>
            </p:nvSpPr>
            <p:spPr>
              <a:xfrm>
                <a:off x="562755" y="2653258"/>
                <a:ext cx="1633928" cy="85443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Restaurant List</a:t>
                </a:r>
                <a:endParaRPr lang="en-SG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1874A3F-8007-4A66-B427-D7B716349CBD}"/>
                  </a:ext>
                </a:extLst>
              </p:cNvPr>
              <p:cNvSpPr/>
              <p:nvPr/>
            </p:nvSpPr>
            <p:spPr>
              <a:xfrm>
                <a:off x="8265198" y="2653249"/>
                <a:ext cx="1633928" cy="85443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See More</a:t>
                </a:r>
                <a:endParaRPr lang="en-SG" dirty="0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171C9489-ECE8-4A16-82F6-133732D2BE82}"/>
                  </a:ext>
                </a:extLst>
              </p:cNvPr>
              <p:cNvCxnSpPr>
                <a:cxnSpLocks/>
                <a:stCxn id="19" idx="0"/>
              </p:cNvCxnSpPr>
              <p:nvPr/>
            </p:nvCxnSpPr>
            <p:spPr>
              <a:xfrm flipH="1" flipV="1">
                <a:off x="1379095" y="2083633"/>
                <a:ext cx="624" cy="56962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B496CE6E-9E94-4889-9400-4C81FEE98F66}"/>
                  </a:ext>
                </a:extLst>
              </p:cNvPr>
              <p:cNvCxnSpPr/>
              <p:nvPr/>
            </p:nvCxnSpPr>
            <p:spPr>
              <a:xfrm flipH="1" flipV="1">
                <a:off x="3348427" y="2083624"/>
                <a:ext cx="624" cy="56962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C6DE97B-3DC9-458C-99A8-4566DE312D04}"/>
                  </a:ext>
                </a:extLst>
              </p:cNvPr>
              <p:cNvCxnSpPr/>
              <p:nvPr/>
            </p:nvCxnSpPr>
            <p:spPr>
              <a:xfrm flipH="1" flipV="1">
                <a:off x="5296212" y="2083623"/>
                <a:ext cx="624" cy="56962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A5EF6ED-1D1F-4760-98F6-49DA9887C6E5}"/>
                  </a:ext>
                </a:extLst>
              </p:cNvPr>
              <p:cNvCxnSpPr/>
              <p:nvPr/>
            </p:nvCxnSpPr>
            <p:spPr>
              <a:xfrm flipH="1" flipV="1">
                <a:off x="7161704" y="2083622"/>
                <a:ext cx="624" cy="56962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2EFF05B-9DC3-4BC1-8B8C-EA412DA92A84}"/>
                  </a:ext>
                </a:extLst>
              </p:cNvPr>
              <p:cNvCxnSpPr/>
              <p:nvPr/>
            </p:nvCxnSpPr>
            <p:spPr>
              <a:xfrm flipH="1" flipV="1">
                <a:off x="9109177" y="2083621"/>
                <a:ext cx="624" cy="56962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8F262BF5-80A7-46AC-B2D8-6F715BA80392}"/>
                  </a:ext>
                </a:extLst>
              </p:cNvPr>
              <p:cNvCxnSpPr/>
              <p:nvPr/>
            </p:nvCxnSpPr>
            <p:spPr>
              <a:xfrm>
                <a:off x="1379095" y="2068618"/>
                <a:ext cx="7730082" cy="150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6E89EE9-FEAE-4064-A63C-9194821D7B03}"/>
                </a:ext>
              </a:extLst>
            </p:cNvPr>
            <p:cNvGrpSpPr/>
            <p:nvPr/>
          </p:nvGrpSpPr>
          <p:grpSpPr>
            <a:xfrm>
              <a:off x="4629150" y="344750"/>
              <a:ext cx="1334124" cy="1723863"/>
              <a:chOff x="4629150" y="344750"/>
              <a:chExt cx="1334124" cy="1723863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72D0289-877B-41BF-9FF9-7360902408E8}"/>
                  </a:ext>
                </a:extLst>
              </p:cNvPr>
              <p:cNvSpPr/>
              <p:nvPr/>
            </p:nvSpPr>
            <p:spPr>
              <a:xfrm>
                <a:off x="4629150" y="344750"/>
                <a:ext cx="1334124" cy="133412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HOME</a:t>
                </a:r>
                <a:endParaRPr lang="en-SG" dirty="0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3180D89-CF3F-43FC-9907-37959830A247}"/>
                  </a:ext>
                </a:extLst>
              </p:cNvPr>
              <p:cNvCxnSpPr/>
              <p:nvPr/>
            </p:nvCxnSpPr>
            <p:spPr>
              <a:xfrm flipH="1" flipV="1">
                <a:off x="5303316" y="1603896"/>
                <a:ext cx="624" cy="46471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613F595-5FC9-43A8-B1EE-36C456B61D90}"/>
              </a:ext>
            </a:extLst>
          </p:cNvPr>
          <p:cNvCxnSpPr>
            <a:cxnSpLocks/>
          </p:cNvCxnSpPr>
          <p:nvPr/>
        </p:nvCxnSpPr>
        <p:spPr>
          <a:xfrm flipH="1" flipV="1">
            <a:off x="2835132" y="4033966"/>
            <a:ext cx="528" cy="485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CA8CE16-E6BA-480D-A370-391080A8BE69}"/>
              </a:ext>
            </a:extLst>
          </p:cNvPr>
          <p:cNvSpPr/>
          <p:nvPr/>
        </p:nvSpPr>
        <p:spPr>
          <a:xfrm>
            <a:off x="2143624" y="4519227"/>
            <a:ext cx="1383015" cy="727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 Site</a:t>
            </a:r>
            <a:endParaRPr lang="en-SG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C4D19E-248A-4D74-B3E7-2F6D19387D95}"/>
              </a:ext>
            </a:extLst>
          </p:cNvPr>
          <p:cNvSpPr/>
          <p:nvPr/>
        </p:nvSpPr>
        <p:spPr>
          <a:xfrm>
            <a:off x="2143624" y="5732372"/>
            <a:ext cx="1383015" cy="727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Post and View Reviews</a:t>
            </a:r>
            <a:endParaRPr lang="en-SG" sz="16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12025D-12AA-4711-BF90-799366DA7E64}"/>
              </a:ext>
            </a:extLst>
          </p:cNvPr>
          <p:cNvCxnSpPr>
            <a:cxnSpLocks/>
          </p:cNvCxnSpPr>
          <p:nvPr/>
        </p:nvCxnSpPr>
        <p:spPr>
          <a:xfrm flipH="1" flipV="1">
            <a:off x="2834603" y="5247111"/>
            <a:ext cx="528" cy="485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25F4C9C-D3B7-40F8-B513-650213A9EF25}"/>
              </a:ext>
            </a:extLst>
          </p:cNvPr>
          <p:cNvCxnSpPr>
            <a:cxnSpLocks/>
          </p:cNvCxnSpPr>
          <p:nvPr/>
        </p:nvCxnSpPr>
        <p:spPr>
          <a:xfrm flipH="1" flipV="1">
            <a:off x="4502045" y="3998241"/>
            <a:ext cx="528" cy="485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548A48D-8D45-47EA-A7CA-F5843F0107F2}"/>
              </a:ext>
            </a:extLst>
          </p:cNvPr>
          <p:cNvCxnSpPr>
            <a:cxnSpLocks/>
          </p:cNvCxnSpPr>
          <p:nvPr/>
        </p:nvCxnSpPr>
        <p:spPr>
          <a:xfrm flipH="1" flipV="1">
            <a:off x="4502045" y="4392068"/>
            <a:ext cx="528" cy="485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BEDA29F-AFB7-4ABD-BB06-AD4E73612FA5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3526639" y="4883173"/>
            <a:ext cx="2630622" cy="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63E82E2-980E-4390-A084-07B5D63329AE}"/>
              </a:ext>
            </a:extLst>
          </p:cNvPr>
          <p:cNvCxnSpPr>
            <a:cxnSpLocks/>
          </p:cNvCxnSpPr>
          <p:nvPr/>
        </p:nvCxnSpPr>
        <p:spPr>
          <a:xfrm flipH="1" flipV="1">
            <a:off x="6150720" y="3998241"/>
            <a:ext cx="7069" cy="8907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661E586-E24C-4F78-9259-E8F409EFF6D0}"/>
              </a:ext>
            </a:extLst>
          </p:cNvPr>
          <p:cNvCxnSpPr>
            <a:cxnSpLocks/>
          </p:cNvCxnSpPr>
          <p:nvPr/>
        </p:nvCxnSpPr>
        <p:spPr>
          <a:xfrm flipH="1" flipV="1">
            <a:off x="9378677" y="4033966"/>
            <a:ext cx="528" cy="485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5C80F503-DB37-409E-957C-193259B06A0A}"/>
              </a:ext>
            </a:extLst>
          </p:cNvPr>
          <p:cNvSpPr/>
          <p:nvPr/>
        </p:nvSpPr>
        <p:spPr>
          <a:xfrm>
            <a:off x="8664302" y="4522149"/>
            <a:ext cx="1383015" cy="727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More of Restaurant List of that Category</a:t>
            </a:r>
            <a:endParaRPr lang="en-SG" sz="1400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59784BF-A6AF-413E-802D-AAAB69718D79}"/>
              </a:ext>
            </a:extLst>
          </p:cNvPr>
          <p:cNvCxnSpPr>
            <a:cxnSpLocks/>
          </p:cNvCxnSpPr>
          <p:nvPr/>
        </p:nvCxnSpPr>
        <p:spPr>
          <a:xfrm flipV="1">
            <a:off x="1529378" y="4886095"/>
            <a:ext cx="61371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6AFB497F-9932-49EB-94E7-35BCD78CDE87}"/>
              </a:ext>
            </a:extLst>
          </p:cNvPr>
          <p:cNvSpPr/>
          <p:nvPr/>
        </p:nvSpPr>
        <p:spPr>
          <a:xfrm>
            <a:off x="139547" y="4522149"/>
            <a:ext cx="1383015" cy="727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Restaurant Information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8928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F8E4B-D557-4195-B8BF-BA08A9218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Functionalities and Web Application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9F28D-1366-4456-8024-9445F95A0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Login/Register – for user to login or register their account so they can continue using the website</a:t>
            </a:r>
          </a:p>
          <a:p>
            <a:r>
              <a:rPr lang="en-US" dirty="0"/>
              <a:t>Filter space (home page) - for user to filter the restaurant places to their liking</a:t>
            </a:r>
          </a:p>
          <a:p>
            <a:r>
              <a:rPr lang="en-US" dirty="0"/>
              <a:t>See more – for user to see more of the restaurants listed in the category</a:t>
            </a:r>
          </a:p>
          <a:p>
            <a:r>
              <a:rPr lang="en-US" dirty="0"/>
              <a:t>Search bar – for user to search for a particular restaurant in the entire webpage</a:t>
            </a:r>
          </a:p>
          <a:p>
            <a:r>
              <a:rPr lang="en-US" dirty="0"/>
              <a:t>Sort (in reviewing page) – for user to sort the reviews to however the user likes – in a list of highest to lowest rating or most recent to earliest rating</a:t>
            </a:r>
          </a:p>
          <a:p>
            <a:r>
              <a:rPr lang="en-US" dirty="0"/>
              <a:t>Post your review – for user to post review, within 500-character word limit and having image icon to post image, and also having 5 stars for user to choose how many stars to rate</a:t>
            </a:r>
          </a:p>
          <a:p>
            <a:r>
              <a:rPr lang="en-US" dirty="0"/>
              <a:t>Edit and delete – for user to edit or delete their reviews, if something is wrong - e.g., typo error or posted review in wrong restaurant</a:t>
            </a:r>
          </a:p>
          <a:p>
            <a:r>
              <a:rPr lang="en-US" dirty="0"/>
              <a:t>Restaurant information – for user to know more about the restaurant, opening hours and location of restaurant with a small map at the side for easier reference, price and rating, category, restaurant link, and also if it is halal or not – for the Muslims</a:t>
            </a:r>
          </a:p>
        </p:txBody>
      </p:sp>
    </p:spTree>
    <p:extLst>
      <p:ext uri="{BB962C8B-B14F-4D97-AF65-F5344CB8AC3E}">
        <p14:creationId xmlns:p14="http://schemas.microsoft.com/office/powerpoint/2010/main" val="1457041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4F2ECB-2C59-48B7-B22B-12008A58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Wireframes</a:t>
            </a:r>
            <a:b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(Home Page)</a:t>
            </a:r>
          </a:p>
        </p:txBody>
      </p:sp>
      <p:pic>
        <p:nvPicPr>
          <p:cNvPr id="5" name="Content Placeholder 4" descr="Calendar&#10;&#10;Description automatically generated">
            <a:extLst>
              <a:ext uri="{FF2B5EF4-FFF2-40B4-BE49-F238E27FC236}">
                <a16:creationId xmlns:a16="http://schemas.microsoft.com/office/drawing/2014/main" id="{8C9044B4-2CFD-4F8B-B5A3-5793D5C33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4194" y="643466"/>
            <a:ext cx="4106944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320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AF7401-56C6-4A0F-843B-AC8E6E68A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  <a:latin typeface="+mj-lt"/>
              </a:rPr>
              <a:t>Wireframes (Login/Register Page)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F3EEE80-BC7B-4DB4-8F2F-674AE92E9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67" y="2447866"/>
            <a:ext cx="5455917" cy="395554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DA7C2F3-ED8D-47CC-9DE9-603AB7EF9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073" y="2897980"/>
            <a:ext cx="5455917" cy="305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01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00594-5B4F-4A5F-BCDD-69905362B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  <a:latin typeface="+mj-lt"/>
              </a:rPr>
              <a:t>Wireframes (Review Page + Sort)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1AAC09E-1143-4370-84BD-A48BF30BD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43" y="2426818"/>
            <a:ext cx="5076364" cy="3997637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71815AC-A204-4496-AA81-65C223871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631" y="2426818"/>
            <a:ext cx="5108801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62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48AF9-4EC1-4B42-959F-CB8033437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Wireframes (Posting Review)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94F3A-6346-422C-AFDF-666F0D37B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757935"/>
            <a:ext cx="6780700" cy="533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70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D63CF1-F470-403C-8B45-AA4AF81F1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  <a:latin typeface="+mj-lt"/>
              </a:rPr>
              <a:t>Wireframes (Delete Review)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8346681-0C5E-49FE-9764-60EEFE07C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43" y="2426818"/>
            <a:ext cx="5076364" cy="399763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6B3B39E-70C7-4619-9A49-C63085BED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631" y="2426818"/>
            <a:ext cx="5108801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25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3FD245-B755-4748-8B19-A73F98A93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Wireframes (Restaurant Information)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2D4FAD-0739-4139-A558-C3369F008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757935"/>
            <a:ext cx="6780700" cy="533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709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BB1E8-9D33-4EB6-B51D-634E0055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C108E-FB62-4A4A-AD32-1D2DA9A5F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Foodpanda</a:t>
            </a:r>
            <a:endParaRPr lang="en-US" dirty="0"/>
          </a:p>
          <a:p>
            <a:r>
              <a:rPr lang="en-US" dirty="0"/>
              <a:t>Golden Village</a:t>
            </a:r>
          </a:p>
          <a:p>
            <a:r>
              <a:rPr lang="en-US" dirty="0"/>
              <a:t>Amazon</a:t>
            </a:r>
          </a:p>
        </p:txBody>
      </p:sp>
    </p:spTree>
    <p:extLst>
      <p:ext uri="{BB962C8B-B14F-4D97-AF65-F5344CB8AC3E}">
        <p14:creationId xmlns:p14="http://schemas.microsoft.com/office/powerpoint/2010/main" val="21570538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Usability Testing&amp;quot;&quot;/&gt;&lt;property id=&quot;20307&quot; value=&quot;256&quot;/&gt;&lt;/object&gt;&lt;object type=&quot;3&quot; unique_id=&quot;10005&quot;&gt;&lt;property id=&quot;20148&quot; value=&quot;5&quot;/&gt;&lt;property id=&quot;20300&quot; value=&quot;Slide 2&quot;/&gt;&lt;property id=&quot;20307&quot; value=&quot;257&quot;/&gt;&lt;/object&gt;&lt;object type=&quot;3&quot; unique_id=&quot;10475&quot;&gt;&lt;property id=&quot;20148&quot; value=&quot;5&quot;/&gt;&lt;property id=&quot;20300&quot; value=&quot;Slide 6 - &amp;quot;Quick Recap | Tenets of Usability&amp;quot;&quot;/&gt;&lt;property id=&quot;20307&quot; value=&quot;268&quot;/&gt;&lt;/object&gt;&lt;object type=&quot;3&quot; unique_id=&quot;10477&quot;&gt;&lt;property id=&quot;20148&quot; value=&quot;5&quot;/&gt;&lt;property id=&quot;20300&quot; value=&quot;Slide 16&quot;/&gt;&lt;property id=&quot;20307&quot; value=&quot;260&quot;/&gt;&lt;/object&gt;&lt;object type=&quot;3&quot; unique_id=&quot;10615&quot;&gt;&lt;property id=&quot;20148&quot; value=&quot;5&quot;/&gt;&lt;property id=&quot;20300&quot; value=&quot;Slide 3&quot;/&gt;&lt;property id=&quot;20307&quot; value=&quot;272&quot;/&gt;&lt;/object&gt;&lt;object type=&quot;3&quot; unique_id=&quot;10616&quot;&gt;&lt;property id=&quot;20148&quot; value=&quot;5&quot;/&gt;&lt;property id=&quot;20300&quot; value=&quot;Slide 4&quot;/&gt;&lt;property id=&quot;20307&quot; value=&quot;273&quot;/&gt;&lt;/object&gt;&lt;object type=&quot;3&quot; unique_id=&quot;11145&quot;&gt;&lt;property id=&quot;20148&quot; value=&quot;5&quot;/&gt;&lt;property id=&quot;20300&quot; value=&quot;Slide 5 - &amp;quot;UXiD Project 2&amp;quot;&quot;/&gt;&lt;property id=&quot;20307&quot; value=&quot;282&quot;/&gt;&lt;/object&gt;&lt;object type=&quot;3&quot; unique_id=&quot;11246&quot;&gt;&lt;property id=&quot;20148&quot; value=&quot;5&quot;/&gt;&lt;property id=&quot;20300&quot; value=&quot;Slide 7&quot;/&gt;&lt;property id=&quot;20307&quot; value=&quot;284&quot;/&gt;&lt;/object&gt;&lt;object type=&quot;3&quot; unique_id=&quot;11247&quot;&gt;&lt;property id=&quot;20148&quot; value=&quot;5&quot;/&gt;&lt;property id=&quot;20300&quot; value=&quot;Slide 8 - &amp;quot;Usability Testing (UT)&amp;quot;&quot;/&gt;&lt;property id=&quot;20307&quot; value=&quot;285&quot;/&gt;&lt;/object&gt;&lt;object type=&quot;3&quot; unique_id=&quot;11369&quot;&gt;&lt;property id=&quot;20148&quot; value=&quot;5&quot;/&gt;&lt;property id=&quot;20300&quot; value=&quot;Slide 9 - &amp;quot;Usability Test Plan&amp;quot;&quot;/&gt;&lt;property id=&quot;20307&quot; value=&quot;286&quot;/&gt;&lt;/object&gt;&lt;object type=&quot;3&quot; unique_id=&quot;11370&quot;&gt;&lt;property id=&quot;20148&quot; value=&quot;5&quot;/&gt;&lt;property id=&quot;20300&quot; value=&quot;Slide 10 - &amp;quot;Content of a Usability Test Plan&amp;quot;&quot;/&gt;&lt;property id=&quot;20307&quot; value=&quot;287&quot;/&gt;&lt;/object&gt;&lt;object type=&quot;3&quot; unique_id=&quot;11474&quot;&gt;&lt;property id=&quot;20148&quot; value=&quot;5&quot;/&gt;&lt;property id=&quot;20300&quot; value=&quot;Slide 11 - &amp;quot;Examples of proceeding of UT&amp;quot;&quot;/&gt;&lt;property id=&quot;20307&quot; value=&quot;288&quot;/&gt;&lt;/object&gt;&lt;object type=&quot;3&quot; unique_id=&quot;11722&quot;&gt;&lt;property id=&quot;20148&quot; value=&quot;5&quot;/&gt;&lt;property id=&quot;20300&quot; value=&quot;Slide 12&quot;/&gt;&lt;property id=&quot;20307&quot; value=&quot;291&quot;/&gt;&lt;/object&gt;&lt;object type=&quot;3&quot; unique_id=&quot;11723&quot;&gt;&lt;property id=&quot;20148&quot; value=&quot;5&quot;/&gt;&lt;property id=&quot;20300&quot; value=&quot;Slide 13 - &amp;quot;Usability Test Plan – Usability Metrics&amp;quot;&quot;/&gt;&lt;property id=&quot;20307&quot; value=&quot;290&quot;/&gt;&lt;/object&gt;&lt;object type=&quot;3&quot; unique_id=&quot;11866&quot;&gt;&lt;property id=&quot;20148&quot; value=&quot;5&quot;/&gt;&lt;property id=&quot;20300&quot; value=&quot;Slide 14 - &amp;quot;An Extreme Example of  a good observation experiment &amp;quot;&quot;/&gt;&lt;property id=&quot;20307&quot; value=&quot;292&quot;/&gt;&lt;/object&gt;&lt;object type=&quot;3&quot; unique_id=&quot;11867&quot;&gt;&lt;property id=&quot;20148&quot; value=&quot;5&quot;/&gt;&lt;property id=&quot;20300&quot; value=&quot;Slide 15&quot;/&gt;&lt;property id=&quot;20307&quot; value=&quot;29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13459</TotalTime>
  <Words>296</Words>
  <Application>Microsoft Office PowerPoint</Application>
  <PresentationFormat>Widescreen</PresentationFormat>
  <Paragraphs>35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Site Navigation Map</vt:lpstr>
      <vt:lpstr>Functionalities and Web Application</vt:lpstr>
      <vt:lpstr>Wireframes (Home Page)</vt:lpstr>
      <vt:lpstr>Wireframes (Login/Register Page)</vt:lpstr>
      <vt:lpstr>Wireframes (Review Page + Sort)</vt:lpstr>
      <vt:lpstr>Wireframes (Posting Review)</vt:lpstr>
      <vt:lpstr>Wireframes (Delete Review)</vt:lpstr>
      <vt:lpstr>Wireframes (Restaurant Information)</vt:lpstr>
      <vt:lpstr>References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Sofwtare Cluster Project Part 1</dc:title>
  <dc:creator>Tan Sio Poh</dc:creator>
  <cp:lastModifiedBy>ISAAC TAN (CHEN EN)</cp:lastModifiedBy>
  <cp:revision>226</cp:revision>
  <dcterms:created xsi:type="dcterms:W3CDTF">2016-03-04T00:57:19Z</dcterms:created>
  <dcterms:modified xsi:type="dcterms:W3CDTF">2021-11-19T08:01:55Z</dcterms:modified>
</cp:coreProperties>
</file>