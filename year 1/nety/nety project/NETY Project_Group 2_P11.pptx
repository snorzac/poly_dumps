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6" r:id="rId7"/>
    <p:sldId id="261" r:id="rId8"/>
    <p:sldId id="267" r:id="rId9"/>
    <p:sldId id="264" r:id="rId10"/>
    <p:sldId id="268" r:id="rId11"/>
    <p:sldId id="265" r:id="rId12"/>
    <p:sldId id="269" r:id="rId13"/>
    <p:sldId id="271" r:id="rId14"/>
    <p:sldId id="270" r:id="rId15"/>
    <p:sldId id="272" r:id="rId16"/>
    <p:sldId id="273" r:id="rId17"/>
    <p:sldId id="274" r:id="rId18"/>
    <p:sldId id="276" r:id="rId19"/>
    <p:sldId id="275" r:id="rId20"/>
    <p:sldId id="277" r:id="rId21"/>
    <p:sldId id="257" r:id="rId22"/>
    <p:sldId id="258" r:id="rId23"/>
    <p:sldId id="26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25803-E23E-4351-A006-5B1BED0D667B}" v="72" dt="2021-08-08T09:23:59.577"/>
    <p1510:client id="{39F542AA-F020-4985-BC72-264221D74D6C}" v="917" dt="2021-08-08T15:23:09.248"/>
    <p1510:client id="{3D91B1BB-F0F3-4E6F-A473-1660FB71C69F}" v="2" dt="2021-08-06T12:44:12.056"/>
    <p1510:client id="{65EC624A-93AE-453C-A6AA-D87C0B81B48F}" v="43" dt="2021-08-08T09:22:49.973"/>
    <p1510:client id="{67687922-B182-4FFF-8165-A824DFFBC497}" v="135" dt="2021-08-08T09:30:15.616"/>
    <p1510:client id="{C6E80456-483F-46CF-ABF8-20F491E2C68C}" v="615" dt="2021-08-08T10:07:47.188"/>
    <p1510:client id="{D227A081-5E1F-4646-97A1-EA0EDAC7ACDA}" v="1506" dt="2021-08-08T10:16:42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D227A081-5E1F-4646-97A1-EA0EDAC7ACDA}"/>
    <pc:docChg chg="modSld">
      <pc:chgData name="" userId="" providerId="" clId="Web-{D227A081-5E1F-4646-97A1-EA0EDAC7ACDA}" dt="2021-08-08T09:24:41.553" v="12" actId="20577"/>
      <pc:docMkLst>
        <pc:docMk/>
      </pc:docMkLst>
      <pc:sldChg chg="modSp">
        <pc:chgData name="" userId="" providerId="" clId="Web-{D227A081-5E1F-4646-97A1-EA0EDAC7ACDA}" dt="2021-08-08T09:24:41.553" v="12" actId="20577"/>
        <pc:sldMkLst>
          <pc:docMk/>
          <pc:sldMk cId="2369878580" sldId="259"/>
        </pc:sldMkLst>
        <pc:spChg chg="mod">
          <ac:chgData name="" userId="" providerId="" clId="Web-{D227A081-5E1F-4646-97A1-EA0EDAC7ACDA}" dt="2021-08-08T09:24:41.553" v="12" actId="20577"/>
          <ac:spMkLst>
            <pc:docMk/>
            <pc:sldMk cId="2369878580" sldId="259"/>
            <ac:spMk id="3" creationId="{33986EB7-01E7-45EE-A865-05D68E64783C}"/>
          </ac:spMkLst>
        </pc:spChg>
      </pc:sldChg>
    </pc:docChg>
  </pc:docChgLst>
  <pc:docChgLst>
    <pc:chgData name="JORDAN IRSHAAD ZHENG YU AMIN" userId="S::2102250d@student.tp.edu.sg::ef144d8a-8daa-4f3d-998d-cb3e193e0cf4" providerId="AD" clId="Web-{67687922-B182-4FFF-8165-A824DFFBC497}"/>
    <pc:docChg chg="modSld">
      <pc:chgData name="JORDAN IRSHAAD ZHENG YU AMIN" userId="S::2102250d@student.tp.edu.sg::ef144d8a-8daa-4f3d-998d-cb3e193e0cf4" providerId="AD" clId="Web-{67687922-B182-4FFF-8165-A824DFFBC497}" dt="2021-08-08T09:30:13.757" v="49" actId="20577"/>
      <pc:docMkLst>
        <pc:docMk/>
      </pc:docMkLst>
      <pc:sldChg chg="addSp delSp modSp">
        <pc:chgData name="JORDAN IRSHAAD ZHENG YU AMIN" userId="S::2102250d@student.tp.edu.sg::ef144d8a-8daa-4f3d-998d-cb3e193e0cf4" providerId="AD" clId="Web-{67687922-B182-4FFF-8165-A824DFFBC497}" dt="2021-08-08T09:29:13.115" v="34" actId="20577"/>
        <pc:sldMkLst>
          <pc:docMk/>
          <pc:sldMk cId="3810627874" sldId="256"/>
        </pc:sldMkLst>
        <pc:spChg chg="add mod">
          <ac:chgData name="JORDAN IRSHAAD ZHENG YU AMIN" userId="S::2102250d@student.tp.edu.sg::ef144d8a-8daa-4f3d-998d-cb3e193e0cf4" providerId="AD" clId="Web-{67687922-B182-4FFF-8165-A824DFFBC497}" dt="2021-08-08T09:29:13.115" v="34" actId="20577"/>
          <ac:spMkLst>
            <pc:docMk/>
            <pc:sldMk cId="3810627874" sldId="256"/>
            <ac:spMk id="2" creationId="{08F18B39-9E72-4F43-A823-BBBB890BC756}"/>
          </ac:spMkLst>
        </pc:spChg>
        <pc:spChg chg="del mod">
          <ac:chgData name="JORDAN IRSHAAD ZHENG YU AMIN" userId="S::2102250d@student.tp.edu.sg::ef144d8a-8daa-4f3d-998d-cb3e193e0cf4" providerId="AD" clId="Web-{67687922-B182-4FFF-8165-A824DFFBC497}" dt="2021-08-08T09:27:09.363" v="13"/>
          <ac:spMkLst>
            <pc:docMk/>
            <pc:sldMk cId="3810627874" sldId="256"/>
            <ac:spMk id="5" creationId="{0135F9B2-DCC5-4471-8F47-7E78ED766FC4}"/>
          </ac:spMkLst>
        </pc:spChg>
        <pc:graphicFrameChg chg="mod modGraphic">
          <ac:chgData name="JORDAN IRSHAAD ZHENG YU AMIN" userId="S::2102250d@student.tp.edu.sg::ef144d8a-8daa-4f3d-998d-cb3e193e0cf4" providerId="AD" clId="Web-{67687922-B182-4FFF-8165-A824DFFBC497}" dt="2021-08-08T09:27:05.050" v="11" actId="1076"/>
          <ac:graphicFrameMkLst>
            <pc:docMk/>
            <pc:sldMk cId="3810627874" sldId="256"/>
            <ac:graphicFrameMk id="4" creationId="{021224A7-7119-4F7D-8EB8-0536996600E6}"/>
          </ac:graphicFrameMkLst>
        </pc:graphicFrameChg>
      </pc:sldChg>
      <pc:sldChg chg="addSp delSp modSp">
        <pc:chgData name="JORDAN IRSHAAD ZHENG YU AMIN" userId="S::2102250d@student.tp.edu.sg::ef144d8a-8daa-4f3d-998d-cb3e193e0cf4" providerId="AD" clId="Web-{67687922-B182-4FFF-8165-A824DFFBC497}" dt="2021-08-08T09:30:13.757" v="49" actId="20577"/>
        <pc:sldMkLst>
          <pc:docMk/>
          <pc:sldMk cId="2369878580" sldId="259"/>
        </pc:sldMkLst>
        <pc:spChg chg="mod">
          <ac:chgData name="JORDAN IRSHAAD ZHENG YU AMIN" userId="S::2102250d@student.tp.edu.sg::ef144d8a-8daa-4f3d-998d-cb3e193e0cf4" providerId="AD" clId="Web-{67687922-B182-4FFF-8165-A824DFFBC497}" dt="2021-08-08T09:30:13.757" v="49" actId="20577"/>
          <ac:spMkLst>
            <pc:docMk/>
            <pc:sldMk cId="2369878580" sldId="259"/>
            <ac:spMk id="3" creationId="{33986EB7-01E7-45EE-A865-05D68E64783C}"/>
          </ac:spMkLst>
        </pc:spChg>
        <pc:spChg chg="add del mod">
          <ac:chgData name="JORDAN IRSHAAD ZHENG YU AMIN" userId="S::2102250d@student.tp.edu.sg::ef144d8a-8daa-4f3d-998d-cb3e193e0cf4" providerId="AD" clId="Web-{67687922-B182-4FFF-8165-A824DFFBC497}" dt="2021-08-08T09:23:47.312" v="9"/>
          <ac:spMkLst>
            <pc:docMk/>
            <pc:sldMk cId="2369878580" sldId="259"/>
            <ac:spMk id="4" creationId="{7E8E5BDC-8683-44CD-A8F2-226805EAE022}"/>
          </ac:spMkLst>
        </pc:spChg>
      </pc:sldChg>
      <pc:sldChg chg="modSp">
        <pc:chgData name="JORDAN IRSHAAD ZHENG YU AMIN" userId="S::2102250d@student.tp.edu.sg::ef144d8a-8daa-4f3d-998d-cb3e193e0cf4" providerId="AD" clId="Web-{67687922-B182-4FFF-8165-A824DFFBC497}" dt="2021-08-08T09:29:43.069" v="35" actId="1076"/>
        <pc:sldMkLst>
          <pc:docMk/>
          <pc:sldMk cId="3098231053" sldId="260"/>
        </pc:sldMkLst>
        <pc:picChg chg="mod">
          <ac:chgData name="JORDAN IRSHAAD ZHENG YU AMIN" userId="S::2102250d@student.tp.edu.sg::ef144d8a-8daa-4f3d-998d-cb3e193e0cf4" providerId="AD" clId="Web-{67687922-B182-4FFF-8165-A824DFFBC497}" dt="2021-08-08T09:29:43.069" v="35" actId="1076"/>
          <ac:picMkLst>
            <pc:docMk/>
            <pc:sldMk cId="3098231053" sldId="260"/>
            <ac:picMk id="4" creationId="{26773855-084D-4519-B6F6-A45F118197D7}"/>
          </ac:picMkLst>
        </pc:picChg>
      </pc:sldChg>
    </pc:docChg>
  </pc:docChgLst>
  <pc:docChgLst>
    <pc:chgData name="ISAAC TAN (CHEN EN)" userId="S::2100902b@student.tp.edu.sg::a1a297b8-24e9-4a32-9f20-3c3b65bc18b1" providerId="AD" clId="Web-{65EC624A-93AE-453C-A6AA-D87C0B81B48F}"/>
    <pc:docChg chg="addSld modSld sldOrd">
      <pc:chgData name="ISAAC TAN (CHEN EN)" userId="S::2100902b@student.tp.edu.sg::a1a297b8-24e9-4a32-9f20-3c3b65bc18b1" providerId="AD" clId="Web-{65EC624A-93AE-453C-A6AA-D87C0B81B48F}" dt="2021-08-08T09:22:49.973" v="20" actId="20577"/>
      <pc:docMkLst>
        <pc:docMk/>
      </pc:docMkLst>
      <pc:sldChg chg="modSp new ord">
        <pc:chgData name="ISAAC TAN (CHEN EN)" userId="S::2100902b@student.tp.edu.sg::a1a297b8-24e9-4a32-9f20-3c3b65bc18b1" providerId="AD" clId="Web-{65EC624A-93AE-453C-A6AA-D87C0B81B48F}" dt="2021-08-08T09:22:49.973" v="20" actId="20577"/>
        <pc:sldMkLst>
          <pc:docMk/>
          <pc:sldMk cId="2369878580" sldId="259"/>
        </pc:sldMkLst>
        <pc:spChg chg="mod">
          <ac:chgData name="ISAAC TAN (CHEN EN)" userId="S::2100902b@student.tp.edu.sg::a1a297b8-24e9-4a32-9f20-3c3b65bc18b1" providerId="AD" clId="Web-{65EC624A-93AE-453C-A6AA-D87C0B81B48F}" dt="2021-08-08T09:22:33.081" v="5" actId="20577"/>
          <ac:spMkLst>
            <pc:docMk/>
            <pc:sldMk cId="2369878580" sldId="259"/>
            <ac:spMk id="2" creationId="{96673C15-899A-441B-9CD2-97B19E48C062}"/>
          </ac:spMkLst>
        </pc:spChg>
        <pc:spChg chg="mod">
          <ac:chgData name="ISAAC TAN (CHEN EN)" userId="S::2100902b@student.tp.edu.sg::a1a297b8-24e9-4a32-9f20-3c3b65bc18b1" providerId="AD" clId="Web-{65EC624A-93AE-453C-A6AA-D87C0B81B48F}" dt="2021-08-08T09:22:49.973" v="20" actId="20577"/>
          <ac:spMkLst>
            <pc:docMk/>
            <pc:sldMk cId="2369878580" sldId="259"/>
            <ac:spMk id="3" creationId="{33986EB7-01E7-45EE-A865-05D68E64783C}"/>
          </ac:spMkLst>
        </pc:spChg>
      </pc:sldChg>
    </pc:docChg>
  </pc:docChgLst>
  <pc:docChgLst>
    <pc:chgData name="ISAAC TAN (CHEN EN)" userId="S::2100902b@student.tp.edu.sg::a1a297b8-24e9-4a32-9f20-3c3b65bc18b1" providerId="AD" clId="Web-{D227A081-5E1F-4646-97A1-EA0EDAC7ACDA}"/>
    <pc:docChg chg="addSld delSld modSld sldOrd">
      <pc:chgData name="ISAAC TAN (CHEN EN)" userId="S::2100902b@student.tp.edu.sg::a1a297b8-24e9-4a32-9f20-3c3b65bc18b1" providerId="AD" clId="Web-{D227A081-5E1F-4646-97A1-EA0EDAC7ACDA}" dt="2021-08-08T10:16:41.263" v="810"/>
      <pc:docMkLst>
        <pc:docMk/>
      </pc:docMkLst>
      <pc:sldChg chg="addSp modSp mod ord setBg">
        <pc:chgData name="ISAAC TAN (CHEN EN)" userId="S::2100902b@student.tp.edu.sg::a1a297b8-24e9-4a32-9f20-3c3b65bc18b1" providerId="AD" clId="Web-{D227A081-5E1F-4646-97A1-EA0EDAC7ACDA}" dt="2021-08-08T10:03:25.136" v="630"/>
        <pc:sldMkLst>
          <pc:docMk/>
          <pc:sldMk cId="3810627874" sldId="256"/>
        </pc:sldMkLst>
        <pc:spChg chg="mod">
          <ac:chgData name="ISAAC TAN (CHEN EN)" userId="S::2100902b@student.tp.edu.sg::a1a297b8-24e9-4a32-9f20-3c3b65bc18b1" providerId="AD" clId="Web-{D227A081-5E1F-4646-97A1-EA0EDAC7ACDA}" dt="2021-08-08T10:03:25.136" v="630"/>
          <ac:spMkLst>
            <pc:docMk/>
            <pc:sldMk cId="3810627874" sldId="256"/>
            <ac:spMk id="2" creationId="{08F18B39-9E72-4F43-A823-BBBB890BC756}"/>
          </ac:spMkLst>
        </pc:spChg>
        <pc:spChg chg="add">
          <ac:chgData name="ISAAC TAN (CHEN EN)" userId="S::2100902b@student.tp.edu.sg::a1a297b8-24e9-4a32-9f20-3c3b65bc18b1" providerId="AD" clId="Web-{D227A081-5E1F-4646-97A1-EA0EDAC7ACDA}" dt="2021-08-08T10:03:25.136" v="630"/>
          <ac:spMkLst>
            <pc:docMk/>
            <pc:sldMk cId="3810627874" sldId="256"/>
            <ac:spMk id="9" creationId="{53F29798-D584-4792-9B62-3F5F5C36D619}"/>
          </ac:spMkLst>
        </pc:spChg>
        <pc:graphicFrameChg chg="mod ord modGraphic">
          <ac:chgData name="ISAAC TAN (CHEN EN)" userId="S::2100902b@student.tp.edu.sg::a1a297b8-24e9-4a32-9f20-3c3b65bc18b1" providerId="AD" clId="Web-{D227A081-5E1F-4646-97A1-EA0EDAC7ACDA}" dt="2021-08-08T10:03:25.136" v="630"/>
          <ac:graphicFrameMkLst>
            <pc:docMk/>
            <pc:sldMk cId="3810627874" sldId="256"/>
            <ac:graphicFrameMk id="4" creationId="{021224A7-7119-4F7D-8EB8-0536996600E6}"/>
          </ac:graphicFrameMkLst>
        </pc:graphicFrameChg>
      </pc:sldChg>
      <pc:sldChg chg="modSp mod setBg">
        <pc:chgData name="ISAAC TAN (CHEN EN)" userId="S::2100902b@student.tp.edu.sg::a1a297b8-24e9-4a32-9f20-3c3b65bc18b1" providerId="AD" clId="Web-{D227A081-5E1F-4646-97A1-EA0EDAC7ACDA}" dt="2021-08-08T10:03:19.807" v="629"/>
        <pc:sldMkLst>
          <pc:docMk/>
          <pc:sldMk cId="2833562234" sldId="257"/>
        </pc:sldMkLst>
        <pc:graphicFrameChg chg="mod modGraphic">
          <ac:chgData name="ISAAC TAN (CHEN EN)" userId="S::2100902b@student.tp.edu.sg::a1a297b8-24e9-4a32-9f20-3c3b65bc18b1" providerId="AD" clId="Web-{D227A081-5E1F-4646-97A1-EA0EDAC7ACDA}" dt="2021-08-08T10:03:19.807" v="629"/>
          <ac:graphicFrameMkLst>
            <pc:docMk/>
            <pc:sldMk cId="2833562234" sldId="257"/>
            <ac:graphicFrameMk id="7" creationId="{1F94AC1C-9A34-4250-9083-8FA8AE7EEBF9}"/>
          </ac:graphicFrameMkLst>
        </pc:graphicFrameChg>
        <pc:graphicFrameChg chg="mod modGraphic">
          <ac:chgData name="ISAAC TAN (CHEN EN)" userId="S::2100902b@student.tp.edu.sg::a1a297b8-24e9-4a32-9f20-3c3b65bc18b1" providerId="AD" clId="Web-{D227A081-5E1F-4646-97A1-EA0EDAC7ACDA}" dt="2021-08-08T10:03:19.807" v="629"/>
          <ac:graphicFrameMkLst>
            <pc:docMk/>
            <pc:sldMk cId="2833562234" sldId="257"/>
            <ac:graphicFrameMk id="8" creationId="{0E72CC6C-4D79-4CA4-B165-DB419C1C0486}"/>
          </ac:graphicFrameMkLst>
        </pc:graphicFrameChg>
      </pc:sldChg>
      <pc:sldChg chg="addSp delSp modSp mod setBg">
        <pc:chgData name="ISAAC TAN (CHEN EN)" userId="S::2100902b@student.tp.edu.sg::a1a297b8-24e9-4a32-9f20-3c3b65bc18b1" providerId="AD" clId="Web-{D227A081-5E1F-4646-97A1-EA0EDAC7ACDA}" dt="2021-08-08T10:16:40.091" v="809"/>
        <pc:sldMkLst>
          <pc:docMk/>
          <pc:sldMk cId="3897692612" sldId="258"/>
        </pc:sldMkLst>
        <pc:spChg chg="add del">
          <ac:chgData name="ISAAC TAN (CHEN EN)" userId="S::2100902b@student.tp.edu.sg::a1a297b8-24e9-4a32-9f20-3c3b65bc18b1" providerId="AD" clId="Web-{D227A081-5E1F-4646-97A1-EA0EDAC7ACDA}" dt="2021-08-08T10:16:40.091" v="809"/>
          <ac:spMkLst>
            <pc:docMk/>
            <pc:sldMk cId="3897692612" sldId="258"/>
            <ac:spMk id="10" creationId="{1500B4A4-B1F1-41EA-886A-B8A210DBCA3B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40.091" v="809"/>
          <ac:spMkLst>
            <pc:docMk/>
            <pc:sldMk cId="3897692612" sldId="258"/>
            <ac:spMk id="12" creationId="{5E55A99C-0BDC-4DBE-8E40-9FA66F629FA1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5:43.699" v="799"/>
          <ac:spMkLst>
            <pc:docMk/>
            <pc:sldMk cId="3897692612" sldId="258"/>
            <ac:spMk id="14" creationId="{F3060C83-F051-4F0E-ABAD-AA0DFC48B218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5:43.699" v="799"/>
          <ac:spMkLst>
            <pc:docMk/>
            <pc:sldMk cId="3897692612" sldId="258"/>
            <ac:spMk id="15" creationId="{83C98ABE-055B-441F-B07E-44F97F083C3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23.856" v="801"/>
          <ac:spMkLst>
            <pc:docMk/>
            <pc:sldMk cId="3897692612" sldId="258"/>
            <ac:spMk id="16" creationId="{5F879AC3-D4CE-493C-ADC7-06205677F4F8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5:31.886" v="797"/>
          <ac:spMkLst>
            <pc:docMk/>
            <pc:sldMk cId="3897692612" sldId="258"/>
            <ac:spMk id="17" creationId="{DA2E7C1E-2B5A-4BBA-AE51-1CD8C19309D7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23.856" v="801"/>
          <ac:spMkLst>
            <pc:docMk/>
            <pc:sldMk cId="3897692612" sldId="258"/>
            <ac:spMk id="18" creationId="{736F0DFD-0954-464F-BF12-DD2E6F6E0380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5:31.886" v="797"/>
          <ac:spMkLst>
            <pc:docMk/>
            <pc:sldMk cId="3897692612" sldId="258"/>
            <ac:spMk id="19" creationId="{43DF76B1-5174-4FAF-9D19-FFEE98426836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25.575" v="803"/>
          <ac:spMkLst>
            <pc:docMk/>
            <pc:sldMk cId="3897692612" sldId="258"/>
            <ac:spMk id="20" creationId="{F3060C83-F051-4F0E-ABAD-AA0DFC48B218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5:43.699" v="799"/>
          <ac:spMkLst>
            <pc:docMk/>
            <pc:sldMk cId="3897692612" sldId="258"/>
            <ac:spMk id="21" creationId="{29FDB030-9B49-4CED-8CCD-4D99382388AC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25.575" v="803"/>
          <ac:spMkLst>
            <pc:docMk/>
            <pc:sldMk cId="3897692612" sldId="258"/>
            <ac:spMk id="22" creationId="{83C98ABE-055B-441F-B07E-44F97F083C3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5:43.699" v="799"/>
          <ac:spMkLst>
            <pc:docMk/>
            <pc:sldMk cId="3897692612" sldId="258"/>
            <ac:spMk id="23" creationId="{3783CA14-24A1-485C-8B30-D6A5D87987AD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25.575" v="803"/>
          <ac:spMkLst>
            <pc:docMk/>
            <pc:sldMk cId="3897692612" sldId="258"/>
            <ac:spMk id="24" creationId="{29FDB030-9B49-4CED-8CCD-4D99382388AC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5:43.699" v="799"/>
          <ac:spMkLst>
            <pc:docMk/>
            <pc:sldMk cId="3897692612" sldId="258"/>
            <ac:spMk id="25" creationId="{9A97C86A-04D6-40F7-AE84-31AB43E6A846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25.575" v="803"/>
          <ac:spMkLst>
            <pc:docMk/>
            <pc:sldMk cId="3897692612" sldId="258"/>
            <ac:spMk id="26" creationId="{3783CA14-24A1-485C-8B30-D6A5D87987AD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5:43.699" v="799"/>
          <ac:spMkLst>
            <pc:docMk/>
            <pc:sldMk cId="3897692612" sldId="258"/>
            <ac:spMk id="27" creationId="{FF9F2414-84E8-453E-B1F3-389FDE8192D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25.575" v="803"/>
          <ac:spMkLst>
            <pc:docMk/>
            <pc:sldMk cId="3897692612" sldId="258"/>
            <ac:spMk id="28" creationId="{9A97C86A-04D6-40F7-AE84-31AB43E6A846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5:43.699" v="799"/>
          <ac:spMkLst>
            <pc:docMk/>
            <pc:sldMk cId="3897692612" sldId="258"/>
            <ac:spMk id="29" creationId="{3ECA69A1-7536-43AC-85EF-C7106179F5ED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25.575" v="803"/>
          <ac:spMkLst>
            <pc:docMk/>
            <pc:sldMk cId="3897692612" sldId="258"/>
            <ac:spMk id="30" creationId="{FF9F2414-84E8-453E-B1F3-389FDE8192D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25.575" v="803"/>
          <ac:spMkLst>
            <pc:docMk/>
            <pc:sldMk cId="3897692612" sldId="258"/>
            <ac:spMk id="31" creationId="{3ECA69A1-7536-43AC-85EF-C7106179F5ED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30.794" v="805"/>
          <ac:spMkLst>
            <pc:docMk/>
            <pc:sldMk cId="3897692612" sldId="258"/>
            <ac:spMk id="32" creationId="{DA2E7C1E-2B5A-4BBA-AE51-1CD8C19309D7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30.794" v="805"/>
          <ac:spMkLst>
            <pc:docMk/>
            <pc:sldMk cId="3897692612" sldId="258"/>
            <ac:spMk id="33" creationId="{43DF76B1-5174-4FAF-9D19-FFEE98426836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32.169" v="807"/>
          <ac:spMkLst>
            <pc:docMk/>
            <pc:sldMk cId="3897692612" sldId="258"/>
            <ac:spMk id="34" creationId="{69D184B2-2226-4E31-BCCB-444330767440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32.169" v="807"/>
          <ac:spMkLst>
            <pc:docMk/>
            <pc:sldMk cId="3897692612" sldId="258"/>
            <ac:spMk id="35" creationId="{1AC4D4E3-486A-464A-8EC8-D44881097267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32.169" v="807"/>
          <ac:spMkLst>
            <pc:docMk/>
            <pc:sldMk cId="3897692612" sldId="258"/>
            <ac:spMk id="36" creationId="{864DE13E-58EB-4475-B79C-0D4FC651239B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40.091" v="809"/>
          <ac:spMkLst>
            <pc:docMk/>
            <pc:sldMk cId="3897692612" sldId="258"/>
            <ac:spMk id="37" creationId="{7C1E5815-D54C-487F-A054-6D4930ADE3DF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40.091" v="809"/>
          <ac:spMkLst>
            <pc:docMk/>
            <pc:sldMk cId="3897692612" sldId="258"/>
            <ac:spMk id="38" creationId="{736F0DFD-0954-464F-BF12-DD2E6F6E0380}"/>
          </ac:spMkLst>
        </pc:spChg>
        <pc:graphicFrameChg chg="mod modGraphic">
          <ac:chgData name="ISAAC TAN (CHEN EN)" userId="S::2100902b@student.tp.edu.sg::a1a297b8-24e9-4a32-9f20-3c3b65bc18b1" providerId="AD" clId="Web-{D227A081-5E1F-4646-97A1-EA0EDAC7ACDA}" dt="2021-08-08T10:16:40.091" v="809"/>
          <ac:graphicFrameMkLst>
            <pc:docMk/>
            <pc:sldMk cId="3897692612" sldId="258"/>
            <ac:graphicFrameMk id="4" creationId="{1CE00FB8-9160-46D9-9BF8-E4D99D345013}"/>
          </ac:graphicFrameMkLst>
        </pc:graphicFrameChg>
        <pc:graphicFrameChg chg="mod modGraphic">
          <ac:chgData name="ISAAC TAN (CHEN EN)" userId="S::2100902b@student.tp.edu.sg::a1a297b8-24e9-4a32-9f20-3c3b65bc18b1" providerId="AD" clId="Web-{D227A081-5E1F-4646-97A1-EA0EDAC7ACDA}" dt="2021-08-08T10:16:40.091" v="809"/>
          <ac:graphicFrameMkLst>
            <pc:docMk/>
            <pc:sldMk cId="3897692612" sldId="258"/>
            <ac:graphicFrameMk id="5" creationId="{16B28500-8121-4939-A655-5816F193AF8D}"/>
          </ac:graphicFrameMkLst>
        </pc:graphicFrameChg>
      </pc:sldChg>
      <pc:sldChg chg="modSp">
        <pc:chgData name="ISAAC TAN (CHEN EN)" userId="S::2100902b@student.tp.edu.sg::a1a297b8-24e9-4a32-9f20-3c3b65bc18b1" providerId="AD" clId="Web-{D227A081-5E1F-4646-97A1-EA0EDAC7ACDA}" dt="2021-08-08T09:26:00.977" v="10" actId="20577"/>
        <pc:sldMkLst>
          <pc:docMk/>
          <pc:sldMk cId="2369878580" sldId="259"/>
        </pc:sldMkLst>
        <pc:spChg chg="mod">
          <ac:chgData name="ISAAC TAN (CHEN EN)" userId="S::2100902b@student.tp.edu.sg::a1a297b8-24e9-4a32-9f20-3c3b65bc18b1" providerId="AD" clId="Web-{D227A081-5E1F-4646-97A1-EA0EDAC7ACDA}" dt="2021-08-08T09:26:00.977" v="10" actId="20577"/>
          <ac:spMkLst>
            <pc:docMk/>
            <pc:sldMk cId="2369878580" sldId="259"/>
            <ac:spMk id="3" creationId="{33986EB7-01E7-45EE-A865-05D68E64783C}"/>
          </ac:spMkLst>
        </pc:spChg>
      </pc:sldChg>
      <pc:sldChg chg="new del">
        <pc:chgData name="ISAAC TAN (CHEN EN)" userId="S::2100902b@student.tp.edu.sg::a1a297b8-24e9-4a32-9f20-3c3b65bc18b1" providerId="AD" clId="Web-{D227A081-5E1F-4646-97A1-EA0EDAC7ACDA}" dt="2021-08-08T09:26:09.367" v="12"/>
        <pc:sldMkLst>
          <pc:docMk/>
          <pc:sldMk cId="2684901839" sldId="260"/>
        </pc:sldMkLst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10:16:41.263" v="810"/>
        <pc:sldMkLst>
          <pc:docMk/>
          <pc:sldMk cId="3098231053" sldId="260"/>
        </pc:sldMkLst>
        <pc:spChg chg="mod">
          <ac:chgData name="ISAAC TAN (CHEN EN)" userId="S::2100902b@student.tp.edu.sg::a1a297b8-24e9-4a32-9f20-3c3b65bc18b1" providerId="AD" clId="Web-{D227A081-5E1F-4646-97A1-EA0EDAC7ACDA}" dt="2021-08-08T10:16:41.263" v="810"/>
          <ac:spMkLst>
            <pc:docMk/>
            <pc:sldMk cId="3098231053" sldId="260"/>
            <ac:spMk id="2" creationId="{3E97B751-38D6-4719-B720-23914E3AD4C7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26:15.571" v="14"/>
          <ac:spMkLst>
            <pc:docMk/>
            <pc:sldMk cId="3098231053" sldId="260"/>
            <ac:spMk id="3" creationId="{FAA10BE2-E951-4937-B45B-ED1F1D5406E1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6:34.024" v="18"/>
          <ac:spMkLst>
            <pc:docMk/>
            <pc:sldMk cId="3098231053" sldId="260"/>
            <ac:spMk id="6" creationId="{EBF87945-A001-489F-9D9B-7D9435F0B9CA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6:34.024" v="18"/>
          <ac:spMkLst>
            <pc:docMk/>
            <pc:sldMk cId="3098231053" sldId="260"/>
            <ac:spMk id="7" creationId="{AA5A0CC5-7BA9-4733-BECA-6A044E1864A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6:26.571" v="16"/>
          <ac:spMkLst>
            <pc:docMk/>
            <pc:sldMk cId="3098231053" sldId="260"/>
            <ac:spMk id="8" creationId="{7B16AC5E-F688-45D5-9331-83E3B30A9332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6:36.149" v="20"/>
          <ac:spMkLst>
            <pc:docMk/>
            <pc:sldMk cId="3098231053" sldId="260"/>
            <ac:spMk id="9" creationId="{A8D02C05-1488-4D01-A04F-436256B99B77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6:36.149" v="20"/>
          <ac:spMkLst>
            <pc:docMk/>
            <pc:sldMk cId="3098231053" sldId="260"/>
            <ac:spMk id="10" creationId="{5E39A796-BE83-48B1-B33F-35C4A32AAB57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6:26.571" v="16"/>
          <ac:spMkLst>
            <pc:docMk/>
            <pc:sldMk cId="3098231053" sldId="260"/>
            <ac:spMk id="11" creationId="{FF9B822F-893E-44C8-963C-64F50ACECBB2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6:36.149" v="20"/>
          <ac:spMkLst>
            <pc:docMk/>
            <pc:sldMk cId="3098231053" sldId="260"/>
            <ac:spMk id="12" creationId="{72F84B47-E267-4194-8194-831DB7B5547F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6:26.571" v="16"/>
          <ac:spMkLst>
            <pc:docMk/>
            <pc:sldMk cId="3098231053" sldId="260"/>
            <ac:spMk id="13" creationId="{EBF87945-A001-489F-9D9B-7D9435F0B9CA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9:26.856" v="62"/>
          <ac:spMkLst>
            <pc:docMk/>
            <pc:sldMk cId="3098231053" sldId="260"/>
            <ac:spMk id="14" creationId="{FF9B822F-893E-44C8-963C-64F50ACECBB2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9:26.856" v="62"/>
          <ac:spMkLst>
            <pc:docMk/>
            <pc:sldMk cId="3098231053" sldId="260"/>
            <ac:spMk id="15" creationId="{EBF87945-A001-489F-9D9B-7D9435F0B9CA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9:18.372" v="53"/>
          <ac:spMkLst>
            <pc:docMk/>
            <pc:sldMk cId="3098231053" sldId="260"/>
            <ac:spMk id="16" creationId="{7B16AC5E-F688-45D5-9331-83E3B30A9332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9:24.450" v="57"/>
          <ac:spMkLst>
            <pc:docMk/>
            <pc:sldMk cId="3098231053" sldId="260"/>
            <ac:spMk id="17" creationId="{53F29798-D584-4792-9B62-3F5F5C36D61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9:25.309" v="59"/>
          <ac:spMkLst>
            <pc:docMk/>
            <pc:sldMk cId="3098231053" sldId="260"/>
            <ac:spMk id="18" creationId="{D4771268-CB57-404A-9271-370EB28F6090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9:26.841" v="61"/>
          <ac:spMkLst>
            <pc:docMk/>
            <pc:sldMk cId="3098231053" sldId="260"/>
            <ac:spMk id="19" creationId="{A4AC5506-6312-4701-8D3C-40187889A947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29:22.731" v="55"/>
          <ac:spMkLst>
            <pc:docMk/>
            <pc:sldMk cId="3098231053" sldId="260"/>
            <ac:spMk id="20" creationId="{A4AC5506-6312-4701-8D3C-40187889A947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4:18.103" v="789"/>
          <ac:spMkLst>
            <pc:docMk/>
            <pc:sldMk cId="3098231053" sldId="260"/>
            <ac:spMk id="21" creationId="{53F29798-D584-4792-9B62-3F5F5C36D61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5:18.386" v="792"/>
          <ac:spMkLst>
            <pc:docMk/>
            <pc:sldMk cId="3098231053" sldId="260"/>
            <ac:spMk id="26" creationId="{53F29798-D584-4792-9B62-3F5F5C36D61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41.263" v="810"/>
          <ac:spMkLst>
            <pc:docMk/>
            <pc:sldMk cId="3098231053" sldId="260"/>
            <ac:spMk id="31" creationId="{594D6AA1-A0E1-45F9-8E25-BAB8092293CC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10:16:41.263" v="810"/>
          <ac:spMkLst>
            <pc:docMk/>
            <pc:sldMk cId="3098231053" sldId="260"/>
            <ac:spMk id="36" creationId="{53F29798-D584-4792-9B62-3F5F5C36D619}"/>
          </ac:spMkLst>
        </pc:spChg>
        <pc:picChg chg="add mod ord">
          <ac:chgData name="ISAAC TAN (CHEN EN)" userId="S::2100902b@student.tp.edu.sg::a1a297b8-24e9-4a32-9f20-3c3b65bc18b1" providerId="AD" clId="Web-{D227A081-5E1F-4646-97A1-EA0EDAC7ACDA}" dt="2021-08-08T10:16:41.263" v="810"/>
          <ac:picMkLst>
            <pc:docMk/>
            <pc:sldMk cId="3098231053" sldId="260"/>
            <ac:picMk id="4" creationId="{26773855-084D-4519-B6F6-A45F118197D7}"/>
          </ac:picMkLst>
        </pc:picChg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09:40:33.433" v="199"/>
        <pc:sldMkLst>
          <pc:docMk/>
          <pc:sldMk cId="1147864043" sldId="261"/>
        </pc:sldMkLst>
        <pc:spChg chg="mod ord">
          <ac:chgData name="ISAAC TAN (CHEN EN)" userId="S::2100902b@student.tp.edu.sg::a1a297b8-24e9-4a32-9f20-3c3b65bc18b1" providerId="AD" clId="Web-{D227A081-5E1F-4646-97A1-EA0EDAC7ACDA}" dt="2021-08-08T09:40:26.824" v="196"/>
          <ac:spMkLst>
            <pc:docMk/>
            <pc:sldMk cId="1147864043" sldId="261"/>
            <ac:spMk id="2" creationId="{1CB98449-7752-41C5-BC00-26C5B5C9BEA4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33:57.831" v="78"/>
          <ac:spMkLst>
            <pc:docMk/>
            <pc:sldMk cId="1147864043" sldId="261"/>
            <ac:spMk id="3" creationId="{DC7217FF-E621-43D8-BC5F-E86E1D6D25D3}"/>
          </ac:spMkLst>
        </pc:spChg>
        <pc:spChg chg="add del mod">
          <ac:chgData name="ISAAC TAN (CHEN EN)" userId="S::2100902b@student.tp.edu.sg::a1a297b8-24e9-4a32-9f20-3c3b65bc18b1" providerId="AD" clId="Web-{D227A081-5E1F-4646-97A1-EA0EDAC7ACDA}" dt="2021-08-08T09:39:41.635" v="156"/>
          <ac:spMkLst>
            <pc:docMk/>
            <pc:sldMk cId="1147864043" sldId="261"/>
            <ac:spMk id="9" creationId="{3D655464-46B6-4F13-87A4-1E4643531235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39:09.994" v="147"/>
          <ac:spMkLst>
            <pc:docMk/>
            <pc:sldMk cId="1147864043" sldId="261"/>
            <ac:spMk id="11" creationId="{70155189-D96C-4527-B0EC-654B946BE615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39:37.557" v="155"/>
          <ac:spMkLst>
            <pc:docMk/>
            <pc:sldMk cId="1147864043" sldId="261"/>
            <ac:spMk id="16" creationId="{91F55C5D-1648-4BE3-932D-8CADBF3F6736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39:37.557" v="155"/>
          <ac:spMkLst>
            <pc:docMk/>
            <pc:sldMk cId="1147864043" sldId="261"/>
            <ac:spMk id="18" creationId="{A38E1331-B5A6-44BE-BF4E-EE6C2FD2A242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39:42.776" v="157"/>
          <ac:spMkLst>
            <pc:docMk/>
            <pc:sldMk cId="1147864043" sldId="261"/>
            <ac:spMk id="23" creationId="{8761DDFE-071F-4200-B0AA-394476C2D2D6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0:26.824" v="196"/>
          <ac:spMkLst>
            <pc:docMk/>
            <pc:sldMk cId="1147864043" sldId="261"/>
            <ac:spMk id="28" creationId="{53F29798-D584-4792-9B62-3F5F5C36D61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0:26.824" v="195"/>
          <ac:spMkLst>
            <pc:docMk/>
            <pc:sldMk cId="1147864043" sldId="261"/>
            <ac:spMk id="33" creationId="{AC477752-ACCA-41C1-9B1D-D0CED1F9CBDD}"/>
          </ac:spMkLst>
        </pc:spChg>
        <pc:picChg chg="add del mod ord">
          <ac:chgData name="ISAAC TAN (CHEN EN)" userId="S::2100902b@student.tp.edu.sg::a1a297b8-24e9-4a32-9f20-3c3b65bc18b1" providerId="AD" clId="Web-{D227A081-5E1F-4646-97A1-EA0EDAC7ACDA}" dt="2021-08-08T09:39:36.432" v="154"/>
          <ac:picMkLst>
            <pc:docMk/>
            <pc:sldMk cId="1147864043" sldId="261"/>
            <ac:picMk id="4" creationId="{CAC7CAF4-8847-41BB-8EA0-8C9F22D95DAF}"/>
          </ac:picMkLst>
        </pc:picChg>
        <pc:picChg chg="add del mod ord">
          <ac:chgData name="ISAAC TAN (CHEN EN)" userId="S::2100902b@student.tp.edu.sg::a1a297b8-24e9-4a32-9f20-3c3b65bc18b1" providerId="AD" clId="Web-{D227A081-5E1F-4646-97A1-EA0EDAC7ACDA}" dt="2021-08-08T09:39:35.682" v="153"/>
          <ac:picMkLst>
            <pc:docMk/>
            <pc:sldMk cId="1147864043" sldId="261"/>
            <ac:picMk id="5" creationId="{10E890C3-F78B-4A45-8C77-30DBF78B7354}"/>
          </ac:picMkLst>
        </pc:picChg>
        <pc:picChg chg="add mod ord">
          <ac:chgData name="ISAAC TAN (CHEN EN)" userId="S::2100902b@student.tp.edu.sg::a1a297b8-24e9-4a32-9f20-3c3b65bc18b1" providerId="AD" clId="Web-{D227A081-5E1F-4646-97A1-EA0EDAC7ACDA}" dt="2021-08-08T09:40:33.433" v="199"/>
          <ac:picMkLst>
            <pc:docMk/>
            <pc:sldMk cId="1147864043" sldId="261"/>
            <ac:picMk id="6" creationId="{448B4716-E066-4895-AB2B-C51A2DC3AB6C}"/>
          </ac:picMkLst>
        </pc:picChg>
        <pc:picChg chg="add del mod ord">
          <ac:chgData name="ISAAC TAN (CHEN EN)" userId="S::2100902b@student.tp.edu.sg::a1a297b8-24e9-4a32-9f20-3c3b65bc18b1" providerId="AD" clId="Web-{D227A081-5E1F-4646-97A1-EA0EDAC7ACDA}" dt="2021-08-08T09:40:16.061" v="189"/>
          <ac:picMkLst>
            <pc:docMk/>
            <pc:sldMk cId="1147864043" sldId="261"/>
            <ac:picMk id="7" creationId="{1E4AB727-3C54-499B-B02F-3A1EB01D4B40}"/>
          </ac:picMkLst>
        </pc:picChg>
      </pc:sldChg>
      <pc:sldChg chg="modSp new del">
        <pc:chgData name="ISAAC TAN (CHEN EN)" userId="S::2100902b@student.tp.edu.sg::a1a297b8-24e9-4a32-9f20-3c3b65bc18b1" providerId="AD" clId="Web-{D227A081-5E1F-4646-97A1-EA0EDAC7ACDA}" dt="2021-08-08T09:42:56.874" v="276"/>
        <pc:sldMkLst>
          <pc:docMk/>
          <pc:sldMk cId="621638328" sldId="262"/>
        </pc:sldMkLst>
        <pc:spChg chg="mod">
          <ac:chgData name="ISAAC TAN (CHEN EN)" userId="S::2100902b@student.tp.edu.sg::a1a297b8-24e9-4a32-9f20-3c3b65bc18b1" providerId="AD" clId="Web-{D227A081-5E1F-4646-97A1-EA0EDAC7ACDA}" dt="2021-08-08T09:35:05.270" v="100" actId="20577"/>
          <ac:spMkLst>
            <pc:docMk/>
            <pc:sldMk cId="621638328" sldId="262"/>
            <ac:spMk id="2" creationId="{FE4F5C0D-AB24-4B24-B9A1-8B00AE829C1A}"/>
          </ac:spMkLst>
        </pc:spChg>
      </pc:sldChg>
      <pc:sldChg chg="delSp modSp">
        <pc:chgData name="ISAAC TAN (CHEN EN)" userId="S::2100902b@student.tp.edu.sg::a1a297b8-24e9-4a32-9f20-3c3b65bc18b1" providerId="AD" clId="Web-{D227A081-5E1F-4646-97A1-EA0EDAC7ACDA}" dt="2021-08-08T10:14:08.697" v="786" actId="20577"/>
        <pc:sldMkLst>
          <pc:docMk/>
          <pc:sldMk cId="3192844858" sldId="263"/>
        </pc:sldMkLst>
        <pc:spChg chg="mod">
          <ac:chgData name="ISAAC TAN (CHEN EN)" userId="S::2100902b@student.tp.edu.sg::a1a297b8-24e9-4a32-9f20-3c3b65bc18b1" providerId="AD" clId="Web-{D227A081-5E1F-4646-97A1-EA0EDAC7ACDA}" dt="2021-08-08T10:14:08.697" v="786" actId="20577"/>
          <ac:spMkLst>
            <pc:docMk/>
            <pc:sldMk cId="3192844858" sldId="263"/>
            <ac:spMk id="3" creationId="{3A1DEB43-8F61-4646-9015-8F07890613F3}"/>
          </ac:spMkLst>
        </pc:spChg>
        <pc:picChg chg="del mod">
          <ac:chgData name="ISAAC TAN (CHEN EN)" userId="S::2100902b@student.tp.edu.sg::a1a297b8-24e9-4a32-9f20-3c3b65bc18b1" providerId="AD" clId="Web-{D227A081-5E1F-4646-97A1-EA0EDAC7ACDA}" dt="2021-08-08T09:55:32.422" v="464"/>
          <ac:picMkLst>
            <pc:docMk/>
            <pc:sldMk cId="3192844858" sldId="263"/>
            <ac:picMk id="4" creationId="{ACA37058-8F11-4442-AD36-97F30A803CA9}"/>
          </ac:picMkLst>
        </pc:picChg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09:41:13.169" v="238"/>
        <pc:sldMkLst>
          <pc:docMk/>
          <pc:sldMk cId="2987481179" sldId="264"/>
        </pc:sldMkLst>
        <pc:spChg chg="mod">
          <ac:chgData name="ISAAC TAN (CHEN EN)" userId="S::2100902b@student.tp.edu.sg::a1a297b8-24e9-4a32-9f20-3c3b65bc18b1" providerId="AD" clId="Web-{D227A081-5E1F-4646-97A1-EA0EDAC7ACDA}" dt="2021-08-08T09:41:03.965" v="234" actId="20577"/>
          <ac:spMkLst>
            <pc:docMk/>
            <pc:sldMk cId="2987481179" sldId="264"/>
            <ac:spMk id="2" creationId="{A96433D3-EFC9-4BE4-A393-A3B8B90A53A3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37:21.929" v="116"/>
          <ac:spMkLst>
            <pc:docMk/>
            <pc:sldMk cId="2987481179" sldId="264"/>
            <ac:spMk id="3" creationId="{2AF662FD-A1DC-47DF-8EB3-8843959F7D77}"/>
          </ac:spMkLst>
        </pc:spChg>
        <pc:spChg chg="add">
          <ac:chgData name="ISAAC TAN (CHEN EN)" userId="S::2100902b@student.tp.edu.sg::a1a297b8-24e9-4a32-9f20-3c3b65bc18b1" providerId="AD" clId="Web-{D227A081-5E1F-4646-97A1-EA0EDAC7ACDA}" dt="2021-08-08T09:37:58.477" v="119"/>
          <ac:spMkLst>
            <pc:docMk/>
            <pc:sldMk cId="2987481179" sldId="264"/>
            <ac:spMk id="11" creationId="{70155189-D96C-4527-B0EC-654B946BE615}"/>
          </ac:spMkLst>
        </pc:spChg>
        <pc:picChg chg="add mod ord">
          <ac:chgData name="ISAAC TAN (CHEN EN)" userId="S::2100902b@student.tp.edu.sg::a1a297b8-24e9-4a32-9f20-3c3b65bc18b1" providerId="AD" clId="Web-{D227A081-5E1F-4646-97A1-EA0EDAC7ACDA}" dt="2021-08-08T09:37:58.477" v="119"/>
          <ac:picMkLst>
            <pc:docMk/>
            <pc:sldMk cId="2987481179" sldId="264"/>
            <ac:picMk id="4" creationId="{DC8FCFD7-11AD-4150-A4AA-2122B5E09840}"/>
          </ac:picMkLst>
        </pc:picChg>
        <pc:picChg chg="add mod">
          <ac:chgData name="ISAAC TAN (CHEN EN)" userId="S::2100902b@student.tp.edu.sg::a1a297b8-24e9-4a32-9f20-3c3b65bc18b1" providerId="AD" clId="Web-{D227A081-5E1F-4646-97A1-EA0EDAC7ACDA}" dt="2021-08-08T09:37:58.477" v="119"/>
          <ac:picMkLst>
            <pc:docMk/>
            <pc:sldMk cId="2987481179" sldId="264"/>
            <ac:picMk id="5" creationId="{ADE4E0EB-B1A4-4E4F-9504-29CE459C7771}"/>
          </ac:picMkLst>
        </pc:picChg>
        <pc:picChg chg="add del mod ord">
          <ac:chgData name="ISAAC TAN (CHEN EN)" userId="S::2100902b@student.tp.edu.sg::a1a297b8-24e9-4a32-9f20-3c3b65bc18b1" providerId="AD" clId="Web-{D227A081-5E1F-4646-97A1-EA0EDAC7ACDA}" dt="2021-08-08T09:41:13.169" v="238"/>
          <ac:picMkLst>
            <pc:docMk/>
            <pc:sldMk cId="2987481179" sldId="264"/>
            <ac:picMk id="6" creationId="{9FD3707D-D92A-4749-B761-F474CBBD65D2}"/>
          </ac:picMkLst>
        </pc:picChg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09:42:50.358" v="275"/>
        <pc:sldMkLst>
          <pc:docMk/>
          <pc:sldMk cId="1220846753" sldId="265"/>
        </pc:sldMkLst>
        <pc:spChg chg="mod ord">
          <ac:chgData name="ISAAC TAN (CHEN EN)" userId="S::2100902b@student.tp.edu.sg::a1a297b8-24e9-4a32-9f20-3c3b65bc18b1" providerId="AD" clId="Web-{D227A081-5E1F-4646-97A1-EA0EDAC7ACDA}" dt="2021-08-08T09:42:50.358" v="275"/>
          <ac:spMkLst>
            <pc:docMk/>
            <pc:sldMk cId="1220846753" sldId="265"/>
            <ac:spMk id="2" creationId="{0070DFBF-F25C-4C08-B3EA-96CC824D5A63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42:14.904" v="262"/>
          <ac:spMkLst>
            <pc:docMk/>
            <pc:sldMk cId="1220846753" sldId="265"/>
            <ac:spMk id="3" creationId="{D6901D82-D607-4ED7-A64B-663BD7C23384}"/>
          </ac:spMkLst>
        </pc:spChg>
        <pc:spChg chg="add">
          <ac:chgData name="ISAAC TAN (CHEN EN)" userId="S::2100902b@student.tp.edu.sg::a1a297b8-24e9-4a32-9f20-3c3b65bc18b1" providerId="AD" clId="Web-{D227A081-5E1F-4646-97A1-EA0EDAC7ACDA}" dt="2021-08-08T09:42:50.358" v="275"/>
          <ac:spMkLst>
            <pc:docMk/>
            <pc:sldMk cId="1220846753" sldId="265"/>
            <ac:spMk id="7" creationId="{022BDE4A-8A20-4A69-9C5A-581C82036A4D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2:50.358" v="274"/>
          <ac:spMkLst>
            <pc:docMk/>
            <pc:sldMk cId="1220846753" sldId="265"/>
            <ac:spMk id="10" creationId="{53F29798-D584-4792-9B62-3F5F5C36D619}"/>
          </ac:spMkLst>
        </pc:spChg>
        <pc:picChg chg="add mod ord">
          <ac:chgData name="ISAAC TAN (CHEN EN)" userId="S::2100902b@student.tp.edu.sg::a1a297b8-24e9-4a32-9f20-3c3b65bc18b1" providerId="AD" clId="Web-{D227A081-5E1F-4646-97A1-EA0EDAC7ACDA}" dt="2021-08-08T09:42:50.358" v="275"/>
          <ac:picMkLst>
            <pc:docMk/>
            <pc:sldMk cId="1220846753" sldId="265"/>
            <ac:picMk id="4" creationId="{201BFE18-25C6-483F-BBE4-7EA149AD8A48}"/>
          </ac:picMkLst>
        </pc:picChg>
        <pc:picChg chg="add mod">
          <ac:chgData name="ISAAC TAN (CHEN EN)" userId="S::2100902b@student.tp.edu.sg::a1a297b8-24e9-4a32-9f20-3c3b65bc18b1" providerId="AD" clId="Web-{D227A081-5E1F-4646-97A1-EA0EDAC7ACDA}" dt="2021-08-08T09:42:50.358" v="275"/>
          <ac:picMkLst>
            <pc:docMk/>
            <pc:sldMk cId="1220846753" sldId="265"/>
            <ac:picMk id="5" creationId="{CDCA8F09-0365-480D-BAB3-4544B434D09E}"/>
          </ac:picMkLst>
        </pc:picChg>
      </pc:sldChg>
      <pc:sldChg chg="addSp delSp modSp add ord replId">
        <pc:chgData name="ISAAC TAN (CHEN EN)" userId="S::2100902b@student.tp.edu.sg::a1a297b8-24e9-4a32-9f20-3c3b65bc18b1" providerId="AD" clId="Web-{D227A081-5E1F-4646-97A1-EA0EDAC7ACDA}" dt="2021-08-08T09:40:06.527" v="181" actId="20577"/>
        <pc:sldMkLst>
          <pc:docMk/>
          <pc:sldMk cId="2301348835" sldId="266"/>
        </pc:sldMkLst>
        <pc:spChg chg="mod ord">
          <ac:chgData name="ISAAC TAN (CHEN EN)" userId="S::2100902b@student.tp.edu.sg::a1a297b8-24e9-4a32-9f20-3c3b65bc18b1" providerId="AD" clId="Web-{D227A081-5E1F-4646-97A1-EA0EDAC7ACDA}" dt="2021-08-08T09:40:06.527" v="181" actId="20577"/>
          <ac:spMkLst>
            <pc:docMk/>
            <pc:sldMk cId="2301348835" sldId="266"/>
            <ac:spMk id="2" creationId="{1CB98449-7752-41C5-BC00-26C5B5C9BEA4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39:30.713" v="152"/>
          <ac:spMkLst>
            <pc:docMk/>
            <pc:sldMk cId="2301348835" sldId="266"/>
            <ac:spMk id="16" creationId="{91F55C5D-1648-4BE3-932D-8CADBF3F6736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39:30.713" v="152"/>
          <ac:spMkLst>
            <pc:docMk/>
            <pc:sldMk cId="2301348835" sldId="266"/>
            <ac:spMk id="18" creationId="{A38E1331-B5A6-44BE-BF4E-EE6C2FD2A242}"/>
          </ac:spMkLst>
        </pc:spChg>
        <pc:spChg chg="add">
          <ac:chgData name="ISAAC TAN (CHEN EN)" userId="S::2100902b@student.tp.edu.sg::a1a297b8-24e9-4a32-9f20-3c3b65bc18b1" providerId="AD" clId="Web-{D227A081-5E1F-4646-97A1-EA0EDAC7ACDA}" dt="2021-08-08T09:39:30.713" v="152"/>
          <ac:spMkLst>
            <pc:docMk/>
            <pc:sldMk cId="2301348835" sldId="266"/>
            <ac:spMk id="23" creationId="{53F29798-D584-4792-9B62-3F5F5C36D619}"/>
          </ac:spMkLst>
        </pc:spChg>
        <pc:picChg chg="mod">
          <ac:chgData name="ISAAC TAN (CHEN EN)" userId="S::2100902b@student.tp.edu.sg::a1a297b8-24e9-4a32-9f20-3c3b65bc18b1" providerId="AD" clId="Web-{D227A081-5E1F-4646-97A1-EA0EDAC7ACDA}" dt="2021-08-08T09:39:30.713" v="152"/>
          <ac:picMkLst>
            <pc:docMk/>
            <pc:sldMk cId="2301348835" sldId="266"/>
            <ac:picMk id="4" creationId="{CAC7CAF4-8847-41BB-8EA0-8C9F22D95DAF}"/>
          </ac:picMkLst>
        </pc:picChg>
        <pc:picChg chg="mod">
          <ac:chgData name="ISAAC TAN (CHEN EN)" userId="S::2100902b@student.tp.edu.sg::a1a297b8-24e9-4a32-9f20-3c3b65bc18b1" providerId="AD" clId="Web-{D227A081-5E1F-4646-97A1-EA0EDAC7ACDA}" dt="2021-08-08T09:39:30.713" v="152"/>
          <ac:picMkLst>
            <pc:docMk/>
            <pc:sldMk cId="2301348835" sldId="266"/>
            <ac:picMk id="5" creationId="{10E890C3-F78B-4A45-8C77-30DBF78B7354}"/>
          </ac:picMkLst>
        </pc:picChg>
        <pc:picChg chg="del">
          <ac:chgData name="ISAAC TAN (CHEN EN)" userId="S::2100902b@student.tp.edu.sg::a1a297b8-24e9-4a32-9f20-3c3b65bc18b1" providerId="AD" clId="Web-{D227A081-5E1F-4646-97A1-EA0EDAC7ACDA}" dt="2021-08-08T09:39:26.213" v="149"/>
          <ac:picMkLst>
            <pc:docMk/>
            <pc:sldMk cId="2301348835" sldId="266"/>
            <ac:picMk id="6" creationId="{448B4716-E066-4895-AB2B-C51A2DC3AB6C}"/>
          </ac:picMkLst>
        </pc:picChg>
        <pc:picChg chg="del">
          <ac:chgData name="ISAAC TAN (CHEN EN)" userId="S::2100902b@student.tp.edu.sg::a1a297b8-24e9-4a32-9f20-3c3b65bc18b1" providerId="AD" clId="Web-{D227A081-5E1F-4646-97A1-EA0EDAC7ACDA}" dt="2021-08-08T09:39:26.963" v="150"/>
          <ac:picMkLst>
            <pc:docMk/>
            <pc:sldMk cId="2301348835" sldId="266"/>
            <ac:picMk id="7" creationId="{1E4AB727-3C54-499B-B02F-3A1EB01D4B40}"/>
          </ac:picMkLst>
        </pc:picChg>
      </pc:sldChg>
      <pc:sldChg chg="addSp delSp modSp add replId">
        <pc:chgData name="ISAAC TAN (CHEN EN)" userId="S::2100902b@student.tp.edu.sg::a1a297b8-24e9-4a32-9f20-3c3b65bc18b1" providerId="AD" clId="Web-{D227A081-5E1F-4646-97A1-EA0EDAC7ACDA}" dt="2021-08-08T09:40:54.559" v="225" actId="20577"/>
        <pc:sldMkLst>
          <pc:docMk/>
          <pc:sldMk cId="2393979192" sldId="267"/>
        </pc:sldMkLst>
        <pc:spChg chg="mod">
          <ac:chgData name="ISAAC TAN (CHEN EN)" userId="S::2100902b@student.tp.edu.sg::a1a297b8-24e9-4a32-9f20-3c3b65bc18b1" providerId="AD" clId="Web-{D227A081-5E1F-4646-97A1-EA0EDAC7ACDA}" dt="2021-08-08T09:40:54.559" v="225" actId="20577"/>
          <ac:spMkLst>
            <pc:docMk/>
            <pc:sldMk cId="2393979192" sldId="267"/>
            <ac:spMk id="2" creationId="{1CB98449-7752-41C5-BC00-26C5B5C9BEA4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40:20.574" v="193"/>
          <ac:spMkLst>
            <pc:docMk/>
            <pc:sldMk cId="2393979192" sldId="267"/>
            <ac:spMk id="28" creationId="{53F29798-D584-4792-9B62-3F5F5C36D61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0:35.840" v="200"/>
          <ac:spMkLst>
            <pc:docMk/>
            <pc:sldMk cId="2393979192" sldId="267"/>
            <ac:spMk id="33" creationId="{AC477752-ACCA-41C1-9B1D-D0CED1F9CBDD}"/>
          </ac:spMkLst>
        </pc:spChg>
        <pc:picChg chg="add mod">
          <ac:chgData name="ISAAC TAN (CHEN EN)" userId="S::2100902b@student.tp.edu.sg::a1a297b8-24e9-4a32-9f20-3c3b65bc18b1" providerId="AD" clId="Web-{D227A081-5E1F-4646-97A1-EA0EDAC7ACDA}" dt="2021-08-08T09:40:35.840" v="200"/>
          <ac:picMkLst>
            <pc:docMk/>
            <pc:sldMk cId="2393979192" sldId="267"/>
            <ac:picMk id="3" creationId="{8F529124-4450-45A8-A0FB-EA57B418A8E1}"/>
          </ac:picMkLst>
        </pc:picChg>
        <pc:picChg chg="del">
          <ac:chgData name="ISAAC TAN (CHEN EN)" userId="S::2100902b@student.tp.edu.sg::a1a297b8-24e9-4a32-9f20-3c3b65bc18b1" providerId="AD" clId="Web-{D227A081-5E1F-4646-97A1-EA0EDAC7ACDA}" dt="2021-08-08T09:40:18.652" v="191"/>
          <ac:picMkLst>
            <pc:docMk/>
            <pc:sldMk cId="2393979192" sldId="267"/>
            <ac:picMk id="6" creationId="{448B4716-E066-4895-AB2B-C51A2DC3AB6C}"/>
          </ac:picMkLst>
        </pc:picChg>
      </pc:sldChg>
      <pc:sldChg chg="addSp delSp modSp add replId">
        <pc:chgData name="ISAAC TAN (CHEN EN)" userId="S::2100902b@student.tp.edu.sg::a1a297b8-24e9-4a32-9f20-3c3b65bc18b1" providerId="AD" clId="Web-{D227A081-5E1F-4646-97A1-EA0EDAC7ACDA}" dt="2021-08-08T09:41:48.857" v="261"/>
        <pc:sldMkLst>
          <pc:docMk/>
          <pc:sldMk cId="2509271478" sldId="268"/>
        </pc:sldMkLst>
        <pc:spChg chg="mod">
          <ac:chgData name="ISAAC TAN (CHEN EN)" userId="S::2100902b@student.tp.edu.sg::a1a297b8-24e9-4a32-9f20-3c3b65bc18b1" providerId="AD" clId="Web-{D227A081-5E1F-4646-97A1-EA0EDAC7ACDA}" dt="2021-08-08T09:41:48.857" v="261"/>
          <ac:spMkLst>
            <pc:docMk/>
            <pc:sldMk cId="2509271478" sldId="268"/>
            <ac:spMk id="2" creationId="{A96433D3-EFC9-4BE4-A393-A3B8B90A53A3}"/>
          </ac:spMkLst>
        </pc:spChg>
        <pc:spChg chg="add del mod">
          <ac:chgData name="ISAAC TAN (CHEN EN)" userId="S::2100902b@student.tp.edu.sg::a1a297b8-24e9-4a32-9f20-3c3b65bc18b1" providerId="AD" clId="Web-{D227A081-5E1F-4646-97A1-EA0EDAC7ACDA}" dt="2021-08-08T09:41:22.325" v="253"/>
          <ac:spMkLst>
            <pc:docMk/>
            <pc:sldMk cId="2509271478" sldId="268"/>
            <ac:spMk id="7" creationId="{816613E7-D255-4C1F-858F-268A1EF978D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1:31.560" v="255"/>
          <ac:spMkLst>
            <pc:docMk/>
            <pc:sldMk cId="2509271478" sldId="268"/>
            <ac:spMk id="8" creationId="{D4771268-CB57-404A-9271-370EB28F6090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1:34.575" v="257"/>
          <ac:spMkLst>
            <pc:docMk/>
            <pc:sldMk cId="2509271478" sldId="268"/>
            <ac:spMk id="10" creationId="{BD63B88B-B1E3-4638-BE8F-5FCBD2E80EE4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41:22.325" v="253"/>
          <ac:spMkLst>
            <pc:docMk/>
            <pc:sldMk cId="2509271478" sldId="268"/>
            <ac:spMk id="11" creationId="{70155189-D96C-4527-B0EC-654B946BE615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1:36.700" v="258"/>
          <ac:spMkLst>
            <pc:docMk/>
            <pc:sldMk cId="2509271478" sldId="268"/>
            <ac:spMk id="13" creationId="{1A95671B-3CC6-4792-9114-B74FAEA224E6}"/>
          </ac:spMkLst>
        </pc:spChg>
        <pc:picChg chg="del">
          <ac:chgData name="ISAAC TAN (CHEN EN)" userId="S::2100902b@student.tp.edu.sg::a1a297b8-24e9-4a32-9f20-3c3b65bc18b1" providerId="AD" clId="Web-{D227A081-5E1F-4646-97A1-EA0EDAC7ACDA}" dt="2021-08-08T09:41:11.106" v="236"/>
          <ac:picMkLst>
            <pc:docMk/>
            <pc:sldMk cId="2509271478" sldId="268"/>
            <ac:picMk id="4" creationId="{DC8FCFD7-11AD-4150-A4AA-2122B5E09840}"/>
          </ac:picMkLst>
        </pc:picChg>
        <pc:picChg chg="del">
          <ac:chgData name="ISAAC TAN (CHEN EN)" userId="S::2100902b@student.tp.edu.sg::a1a297b8-24e9-4a32-9f20-3c3b65bc18b1" providerId="AD" clId="Web-{D227A081-5E1F-4646-97A1-EA0EDAC7ACDA}" dt="2021-08-08T09:41:11.684" v="237"/>
          <ac:picMkLst>
            <pc:docMk/>
            <pc:sldMk cId="2509271478" sldId="268"/>
            <ac:picMk id="5" creationId="{ADE4E0EB-B1A4-4E4F-9504-29CE459C7771}"/>
          </ac:picMkLst>
        </pc:picChg>
        <pc:picChg chg="mod">
          <ac:chgData name="ISAAC TAN (CHEN EN)" userId="S::2100902b@student.tp.edu.sg::a1a297b8-24e9-4a32-9f20-3c3b65bc18b1" providerId="AD" clId="Web-{D227A081-5E1F-4646-97A1-EA0EDAC7ACDA}" dt="2021-08-08T09:41:36.700" v="258"/>
          <ac:picMkLst>
            <pc:docMk/>
            <pc:sldMk cId="2509271478" sldId="268"/>
            <ac:picMk id="6" creationId="{9FD3707D-D92A-4749-B761-F474CBBD65D2}"/>
          </ac:picMkLst>
        </pc:picChg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09:44:52.549" v="307"/>
        <pc:sldMkLst>
          <pc:docMk/>
          <pc:sldMk cId="3425218558" sldId="269"/>
        </pc:sldMkLst>
        <pc:spChg chg="mod">
          <ac:chgData name="ISAAC TAN (CHEN EN)" userId="S::2100902b@student.tp.edu.sg::a1a297b8-24e9-4a32-9f20-3c3b65bc18b1" providerId="AD" clId="Web-{D227A081-5E1F-4646-97A1-EA0EDAC7ACDA}" dt="2021-08-08T09:44:52.549" v="307"/>
          <ac:spMkLst>
            <pc:docMk/>
            <pc:sldMk cId="3425218558" sldId="269"/>
            <ac:spMk id="2" creationId="{AAF37D7B-6AFB-4354-8D0D-AAE5EFFCE741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44:32.267" v="301"/>
          <ac:spMkLst>
            <pc:docMk/>
            <pc:sldMk cId="3425218558" sldId="269"/>
            <ac:spMk id="3" creationId="{23E4412D-7A19-4135-B408-7CD9283A2724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4:52.549" v="307"/>
          <ac:spMkLst>
            <pc:docMk/>
            <pc:sldMk cId="3425218558" sldId="269"/>
            <ac:spMk id="8" creationId="{F7E01968-ADAA-464F-BEF6-A7A4C54EF126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4:52.549" v="307"/>
          <ac:spMkLst>
            <pc:docMk/>
            <pc:sldMk cId="3425218558" sldId="269"/>
            <ac:spMk id="11" creationId="{DD38EE57-B708-47C9-A4A4-E25F09FAB029}"/>
          </ac:spMkLst>
        </pc:spChg>
        <pc:grpChg chg="add del">
          <ac:chgData name="ISAAC TAN (CHEN EN)" userId="S::2100902b@student.tp.edu.sg::a1a297b8-24e9-4a32-9f20-3c3b65bc18b1" providerId="AD" clId="Web-{D227A081-5E1F-4646-97A1-EA0EDAC7ACDA}" dt="2021-08-08T09:44:52.549" v="307"/>
          <ac:grpSpMkLst>
            <pc:docMk/>
            <pc:sldMk cId="3425218558" sldId="269"/>
            <ac:grpSpMk id="13" creationId="{57A28182-58A5-4DBB-8F64-BD944BCA8154}"/>
          </ac:grpSpMkLst>
        </pc:grpChg>
        <pc:picChg chg="add mod ord">
          <ac:chgData name="ISAAC TAN (CHEN EN)" userId="S::2100902b@student.tp.edu.sg::a1a297b8-24e9-4a32-9f20-3c3b65bc18b1" providerId="AD" clId="Web-{D227A081-5E1F-4646-97A1-EA0EDAC7ACDA}" dt="2021-08-08T09:44:52.549" v="307"/>
          <ac:picMkLst>
            <pc:docMk/>
            <pc:sldMk cId="3425218558" sldId="269"/>
            <ac:picMk id="4" creationId="{DA5B5ABB-B3F0-4E4B-B0F8-CD48BEA32003}"/>
          </ac:picMkLst>
        </pc:picChg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09:48:11.553" v="344"/>
        <pc:sldMkLst>
          <pc:docMk/>
          <pc:sldMk cId="1144581717" sldId="270"/>
        </pc:sldMkLst>
        <pc:spChg chg="mod">
          <ac:chgData name="ISAAC TAN (CHEN EN)" userId="S::2100902b@student.tp.edu.sg::a1a297b8-24e9-4a32-9f20-3c3b65bc18b1" providerId="AD" clId="Web-{D227A081-5E1F-4646-97A1-EA0EDAC7ACDA}" dt="2021-08-08T09:48:11.553" v="344"/>
          <ac:spMkLst>
            <pc:docMk/>
            <pc:sldMk cId="1144581717" sldId="270"/>
            <ac:spMk id="2" creationId="{C8D4486D-4AF0-43FE-847E-0427CBCF4C72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47:44.505" v="309"/>
          <ac:spMkLst>
            <pc:docMk/>
            <pc:sldMk cId="1144581717" sldId="270"/>
            <ac:spMk id="3" creationId="{DAB6C713-9A4D-4FBE-A555-CF7BE0F771D7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8:09.897" v="343"/>
          <ac:spMkLst>
            <pc:docMk/>
            <pc:sldMk cId="1144581717" sldId="270"/>
            <ac:spMk id="8" creationId="{ED22B9F9-CB09-49A0-B2A3-4972CE5F241D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8:11.553" v="344"/>
          <ac:spMkLst>
            <pc:docMk/>
            <pc:sldMk cId="1144581717" sldId="270"/>
            <ac:spMk id="11" creationId="{1A95671B-3CC6-4792-9114-B74FAEA224E6}"/>
          </ac:spMkLst>
        </pc:spChg>
        <pc:picChg chg="add mod ord">
          <ac:chgData name="ISAAC TAN (CHEN EN)" userId="S::2100902b@student.tp.edu.sg::a1a297b8-24e9-4a32-9f20-3c3b65bc18b1" providerId="AD" clId="Web-{D227A081-5E1F-4646-97A1-EA0EDAC7ACDA}" dt="2021-08-08T09:48:11.553" v="344"/>
          <ac:picMkLst>
            <pc:docMk/>
            <pc:sldMk cId="1144581717" sldId="270"/>
            <ac:picMk id="4" creationId="{427D72C1-58C7-48B2-B699-7B7B765C3934}"/>
          </ac:picMkLst>
        </pc:picChg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09:48:55.132" v="384"/>
        <pc:sldMkLst>
          <pc:docMk/>
          <pc:sldMk cId="2124539187" sldId="271"/>
        </pc:sldMkLst>
        <pc:spChg chg="mod">
          <ac:chgData name="ISAAC TAN (CHEN EN)" userId="S::2100902b@student.tp.edu.sg::a1a297b8-24e9-4a32-9f20-3c3b65bc18b1" providerId="AD" clId="Web-{D227A081-5E1F-4646-97A1-EA0EDAC7ACDA}" dt="2021-08-08T09:48:55.132" v="384"/>
          <ac:spMkLst>
            <pc:docMk/>
            <pc:sldMk cId="2124539187" sldId="271"/>
            <ac:spMk id="2" creationId="{BFD7FF46-0817-4947-99A8-7C49F51184EB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48:50.179" v="381"/>
          <ac:spMkLst>
            <pc:docMk/>
            <pc:sldMk cId="2124539187" sldId="271"/>
            <ac:spMk id="3" creationId="{77563787-7490-4797-B81A-E91E289F617A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8:53.679" v="383"/>
          <ac:spMkLst>
            <pc:docMk/>
            <pc:sldMk cId="2124539187" sldId="271"/>
            <ac:spMk id="8" creationId="{ABDCC36E-249C-4602-9B9F-DC7EEF41D0FB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48:55.132" v="384"/>
          <ac:spMkLst>
            <pc:docMk/>
            <pc:sldMk cId="2124539187" sldId="271"/>
            <ac:spMk id="11" creationId="{1A95671B-3CC6-4792-9114-B74FAEA224E6}"/>
          </ac:spMkLst>
        </pc:spChg>
        <pc:picChg chg="add mod ord">
          <ac:chgData name="ISAAC TAN (CHEN EN)" userId="S::2100902b@student.tp.edu.sg::a1a297b8-24e9-4a32-9f20-3c3b65bc18b1" providerId="AD" clId="Web-{D227A081-5E1F-4646-97A1-EA0EDAC7ACDA}" dt="2021-08-08T09:48:55.132" v="384"/>
          <ac:picMkLst>
            <pc:docMk/>
            <pc:sldMk cId="2124539187" sldId="271"/>
            <ac:picMk id="4" creationId="{6BC52119-B30A-4476-9DC6-4E76E27074B5}"/>
          </ac:picMkLst>
        </pc:picChg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09:50:02.821" v="415"/>
        <pc:sldMkLst>
          <pc:docMk/>
          <pc:sldMk cId="2287696361" sldId="272"/>
        </pc:sldMkLst>
        <pc:spChg chg="mod">
          <ac:chgData name="ISAAC TAN (CHEN EN)" userId="S::2100902b@student.tp.edu.sg::a1a297b8-24e9-4a32-9f20-3c3b65bc18b1" providerId="AD" clId="Web-{D227A081-5E1F-4646-97A1-EA0EDAC7ACDA}" dt="2021-08-08T09:50:02.821" v="415"/>
          <ac:spMkLst>
            <pc:docMk/>
            <pc:sldMk cId="2287696361" sldId="272"/>
            <ac:spMk id="2" creationId="{9476C389-B870-487F-8961-70C6F018E5BC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49:45.633" v="386"/>
          <ac:spMkLst>
            <pc:docMk/>
            <pc:sldMk cId="2287696361" sldId="272"/>
            <ac:spMk id="3" creationId="{0BB03CE5-4076-4708-ADCF-96739E20A048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0:01.383" v="414"/>
          <ac:spMkLst>
            <pc:docMk/>
            <pc:sldMk cId="2287696361" sldId="272"/>
            <ac:spMk id="8" creationId="{6CD6FEAE-D884-4563-873A-0A17DA7C1ED6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0:02.821" v="415"/>
          <ac:spMkLst>
            <pc:docMk/>
            <pc:sldMk cId="2287696361" sldId="272"/>
            <ac:spMk id="11" creationId="{1A95671B-3CC6-4792-9114-B74FAEA224E6}"/>
          </ac:spMkLst>
        </pc:spChg>
        <pc:picChg chg="add mod ord">
          <ac:chgData name="ISAAC TAN (CHEN EN)" userId="S::2100902b@student.tp.edu.sg::a1a297b8-24e9-4a32-9f20-3c3b65bc18b1" providerId="AD" clId="Web-{D227A081-5E1F-4646-97A1-EA0EDAC7ACDA}" dt="2021-08-08T09:50:02.821" v="415"/>
          <ac:picMkLst>
            <pc:docMk/>
            <pc:sldMk cId="2287696361" sldId="272"/>
            <ac:picMk id="4" creationId="{1487E0F2-C0E6-47D2-94EE-8BAEA02736BD}"/>
          </ac:picMkLst>
        </pc:picChg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09:51:00.479" v="460"/>
        <pc:sldMkLst>
          <pc:docMk/>
          <pc:sldMk cId="759148322" sldId="273"/>
        </pc:sldMkLst>
        <pc:spChg chg="mod ord">
          <ac:chgData name="ISAAC TAN (CHEN EN)" userId="S::2100902b@student.tp.edu.sg::a1a297b8-24e9-4a32-9f20-3c3b65bc18b1" providerId="AD" clId="Web-{D227A081-5E1F-4646-97A1-EA0EDAC7ACDA}" dt="2021-08-08T09:51:00.479" v="460"/>
          <ac:spMkLst>
            <pc:docMk/>
            <pc:sldMk cId="759148322" sldId="273"/>
            <ac:spMk id="2" creationId="{3F4106A7-A66A-4074-8023-BF2578B3F89C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50:46.791" v="456"/>
          <ac:spMkLst>
            <pc:docMk/>
            <pc:sldMk cId="759148322" sldId="273"/>
            <ac:spMk id="3" creationId="{FA42273D-41AC-44DD-9189-A65DD1368BF7}"/>
          </ac:spMkLst>
        </pc:spChg>
        <pc:spChg chg="add">
          <ac:chgData name="ISAAC TAN (CHEN EN)" userId="S::2100902b@student.tp.edu.sg::a1a297b8-24e9-4a32-9f20-3c3b65bc18b1" providerId="AD" clId="Web-{D227A081-5E1F-4646-97A1-EA0EDAC7ACDA}" dt="2021-08-08T09:51:00.479" v="460"/>
          <ac:spMkLst>
            <pc:docMk/>
            <pc:sldMk cId="759148322" sldId="273"/>
            <ac:spMk id="7" creationId="{53F29798-D584-4792-9B62-3F5F5C36D619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1:00.463" v="459"/>
          <ac:spMkLst>
            <pc:docMk/>
            <pc:sldMk cId="759148322" sldId="273"/>
            <ac:spMk id="10" creationId="{022BDE4A-8A20-4A69-9C5A-581C82036A4D}"/>
          </ac:spMkLst>
        </pc:spChg>
        <pc:picChg chg="add mod ord">
          <ac:chgData name="ISAAC TAN (CHEN EN)" userId="S::2100902b@student.tp.edu.sg::a1a297b8-24e9-4a32-9f20-3c3b65bc18b1" providerId="AD" clId="Web-{D227A081-5E1F-4646-97A1-EA0EDAC7ACDA}" dt="2021-08-08T09:51:00.479" v="460"/>
          <ac:picMkLst>
            <pc:docMk/>
            <pc:sldMk cId="759148322" sldId="273"/>
            <ac:picMk id="4" creationId="{49B4E97F-8069-4A3E-91C6-3D1634B837C1}"/>
          </ac:picMkLst>
        </pc:picChg>
        <pc:picChg chg="add mod">
          <ac:chgData name="ISAAC TAN (CHEN EN)" userId="S::2100902b@student.tp.edu.sg::a1a297b8-24e9-4a32-9f20-3c3b65bc18b1" providerId="AD" clId="Web-{D227A081-5E1F-4646-97A1-EA0EDAC7ACDA}" dt="2021-08-08T09:51:00.479" v="460"/>
          <ac:picMkLst>
            <pc:docMk/>
            <pc:sldMk cId="759148322" sldId="273"/>
            <ac:picMk id="5" creationId="{64B10400-70A6-4290-B1EE-EABFBDA5F30C}"/>
          </ac:picMkLst>
        </pc:picChg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09:56:55.549" v="527"/>
        <pc:sldMkLst>
          <pc:docMk/>
          <pc:sldMk cId="2815688475" sldId="274"/>
        </pc:sldMkLst>
        <pc:spChg chg="mod">
          <ac:chgData name="ISAAC TAN (CHEN EN)" userId="S::2100902b@student.tp.edu.sg::a1a297b8-24e9-4a32-9f20-3c3b65bc18b1" providerId="AD" clId="Web-{D227A081-5E1F-4646-97A1-EA0EDAC7ACDA}" dt="2021-08-08T09:56:55.549" v="527"/>
          <ac:spMkLst>
            <pc:docMk/>
            <pc:sldMk cId="2815688475" sldId="274"/>
            <ac:spMk id="2" creationId="{59088618-85BB-45C3-81AC-AB345247DFE4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56:27.439" v="503"/>
          <ac:spMkLst>
            <pc:docMk/>
            <pc:sldMk cId="2815688475" sldId="274"/>
            <ac:spMk id="3" creationId="{E757E21E-98C1-4701-B6D1-6C062F008B0A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6:55.549" v="527"/>
          <ac:spMkLst>
            <pc:docMk/>
            <pc:sldMk cId="2815688475" sldId="274"/>
            <ac:spMk id="6" creationId="{1A95671B-3CC6-4792-9114-B74FAEA224E6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6:53.955" v="526"/>
          <ac:spMkLst>
            <pc:docMk/>
            <pc:sldMk cId="2815688475" sldId="274"/>
            <ac:spMk id="7" creationId="{8EF5407F-0D92-4397-91A3-563B21A41982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6:52.174" v="524"/>
          <ac:spMkLst>
            <pc:docMk/>
            <pc:sldMk cId="2815688475" sldId="274"/>
            <ac:spMk id="8" creationId="{50597F72-BEAA-4A9D-BDF8-9420B54C769B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6:50.611" v="522"/>
          <ac:spMkLst>
            <pc:docMk/>
            <pc:sldMk cId="2815688475" sldId="274"/>
            <ac:spMk id="9" creationId="{275D6C10-B5A7-4715-803E-0501C9C2CC21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6:52.174" v="524"/>
          <ac:spMkLst>
            <pc:docMk/>
            <pc:sldMk cId="2815688475" sldId="274"/>
            <ac:spMk id="11" creationId="{A419ADC7-DE7C-464E-9F88-6CAB6F61BC3F}"/>
          </ac:spMkLst>
        </pc:spChg>
        <pc:picChg chg="add mod ord">
          <ac:chgData name="ISAAC TAN (CHEN EN)" userId="S::2100902b@student.tp.edu.sg::a1a297b8-24e9-4a32-9f20-3c3b65bc18b1" providerId="AD" clId="Web-{D227A081-5E1F-4646-97A1-EA0EDAC7ACDA}" dt="2021-08-08T09:56:55.549" v="527"/>
          <ac:picMkLst>
            <pc:docMk/>
            <pc:sldMk cId="2815688475" sldId="274"/>
            <ac:picMk id="4" creationId="{F4582799-B47F-4FAC-9EAC-DB04581FC92E}"/>
          </ac:picMkLst>
        </pc:picChg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09:58:02.300" v="586"/>
        <pc:sldMkLst>
          <pc:docMk/>
          <pc:sldMk cId="3409075796" sldId="275"/>
        </pc:sldMkLst>
        <pc:spChg chg="mod">
          <ac:chgData name="ISAAC TAN (CHEN EN)" userId="S::2100902b@student.tp.edu.sg::a1a297b8-24e9-4a32-9f20-3c3b65bc18b1" providerId="AD" clId="Web-{D227A081-5E1F-4646-97A1-EA0EDAC7ACDA}" dt="2021-08-08T09:58:02.300" v="586"/>
          <ac:spMkLst>
            <pc:docMk/>
            <pc:sldMk cId="3409075796" sldId="275"/>
            <ac:spMk id="2" creationId="{33C697D1-06BE-4A23-9A39-8BE1341015FC}"/>
          </ac:spMkLst>
        </pc:spChg>
        <pc:spChg chg="del">
          <ac:chgData name="ISAAC TAN (CHEN EN)" userId="S::2100902b@student.tp.edu.sg::a1a297b8-24e9-4a32-9f20-3c3b65bc18b1" providerId="AD" clId="Web-{D227A081-5E1F-4646-97A1-EA0EDAC7ACDA}" dt="2021-08-08T09:57:30.706" v="529"/>
          <ac:spMkLst>
            <pc:docMk/>
            <pc:sldMk cId="3409075796" sldId="275"/>
            <ac:spMk id="3" creationId="{654F77C5-D35F-4F67-97B5-B196759B6223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8:02.300" v="586"/>
          <ac:spMkLst>
            <pc:docMk/>
            <pc:sldMk cId="3409075796" sldId="275"/>
            <ac:spMk id="6" creationId="{1A95671B-3CC6-4792-9114-B74FAEA224E6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8:01.066" v="585"/>
          <ac:spMkLst>
            <pc:docMk/>
            <pc:sldMk cId="3409075796" sldId="275"/>
            <ac:spMk id="7" creationId="{538E3967-A3D9-485A-BFD0-3FC08B0D63EB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7:59.675" v="583"/>
          <ac:spMkLst>
            <pc:docMk/>
            <pc:sldMk cId="3409075796" sldId="275"/>
            <ac:spMk id="8" creationId="{658D10CC-3C88-4FA2-AC5F-6E54F9947FD4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7:59.675" v="583"/>
          <ac:spMkLst>
            <pc:docMk/>
            <pc:sldMk cId="3409075796" sldId="275"/>
            <ac:spMk id="11" creationId="{A419ADC7-DE7C-464E-9F88-6CAB6F61BC3F}"/>
          </ac:spMkLst>
        </pc:spChg>
        <pc:picChg chg="add mod ord">
          <ac:chgData name="ISAAC TAN (CHEN EN)" userId="S::2100902b@student.tp.edu.sg::a1a297b8-24e9-4a32-9f20-3c3b65bc18b1" providerId="AD" clId="Web-{D227A081-5E1F-4646-97A1-EA0EDAC7ACDA}" dt="2021-08-08T09:58:02.300" v="586"/>
          <ac:picMkLst>
            <pc:docMk/>
            <pc:sldMk cId="3409075796" sldId="275"/>
            <ac:picMk id="4" creationId="{E4A4A376-4B73-48DB-94DE-EB12030E36F4}"/>
          </ac:picMkLst>
        </pc:picChg>
      </pc:sldChg>
      <pc:sldChg chg="addSp delSp modSp new mod setBg">
        <pc:chgData name="ISAAC TAN (CHEN EN)" userId="S::2100902b@student.tp.edu.sg::a1a297b8-24e9-4a32-9f20-3c3b65bc18b1" providerId="AD" clId="Web-{D227A081-5E1F-4646-97A1-EA0EDAC7ACDA}" dt="2021-08-08T09:58:51.989" v="627"/>
        <pc:sldMkLst>
          <pc:docMk/>
          <pc:sldMk cId="1315995442" sldId="276"/>
        </pc:sldMkLst>
        <pc:spChg chg="mod">
          <ac:chgData name="ISAAC TAN (CHEN EN)" userId="S::2100902b@student.tp.edu.sg::a1a297b8-24e9-4a32-9f20-3c3b65bc18b1" providerId="AD" clId="Web-{D227A081-5E1F-4646-97A1-EA0EDAC7ACDA}" dt="2021-08-08T09:58:51.989" v="627"/>
          <ac:spMkLst>
            <pc:docMk/>
            <pc:sldMk cId="1315995442" sldId="276"/>
            <ac:spMk id="2" creationId="{971E2D6B-88A5-4962-8DAD-AE9005E8A13C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8:46.692" v="624"/>
          <ac:spMkLst>
            <pc:docMk/>
            <pc:sldMk cId="1315995442" sldId="276"/>
            <ac:spMk id="3" creationId="{C8E0C073-1E3A-4243-A9CC-F63AFD25015C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8:50.786" v="626"/>
          <ac:spMkLst>
            <pc:docMk/>
            <pc:sldMk cId="1315995442" sldId="276"/>
            <ac:spMk id="9" creationId="{A77BF8C3-BFB7-4AA3-A043-8D53ED4AF9F1}"/>
          </ac:spMkLst>
        </pc:spChg>
        <pc:spChg chg="add del">
          <ac:chgData name="ISAAC TAN (CHEN EN)" userId="S::2100902b@student.tp.edu.sg::a1a297b8-24e9-4a32-9f20-3c3b65bc18b1" providerId="AD" clId="Web-{D227A081-5E1F-4646-97A1-EA0EDAC7ACDA}" dt="2021-08-08T09:58:51.989" v="627"/>
          <ac:spMkLst>
            <pc:docMk/>
            <pc:sldMk cId="1315995442" sldId="276"/>
            <ac:spMk id="12" creationId="{1A95671B-3CC6-4792-9114-B74FAEA224E6}"/>
          </ac:spMkLst>
        </pc:spChg>
        <pc:picChg chg="add del mod ord">
          <ac:chgData name="ISAAC TAN (CHEN EN)" userId="S::2100902b@student.tp.edu.sg::a1a297b8-24e9-4a32-9f20-3c3b65bc18b1" providerId="AD" clId="Web-{D227A081-5E1F-4646-97A1-EA0EDAC7ACDA}" dt="2021-08-08T09:58:28.817" v="623"/>
          <ac:picMkLst>
            <pc:docMk/>
            <pc:sldMk cId="1315995442" sldId="276"/>
            <ac:picMk id="4" creationId="{AB76340C-9D94-4BB6-89B4-DF92631CA542}"/>
          </ac:picMkLst>
        </pc:picChg>
        <pc:picChg chg="add mod ord">
          <ac:chgData name="ISAAC TAN (CHEN EN)" userId="S::2100902b@student.tp.edu.sg::a1a297b8-24e9-4a32-9f20-3c3b65bc18b1" providerId="AD" clId="Web-{D227A081-5E1F-4646-97A1-EA0EDAC7ACDA}" dt="2021-08-08T09:58:51.989" v="627"/>
          <ac:picMkLst>
            <pc:docMk/>
            <pc:sldMk cId="1315995442" sldId="276"/>
            <ac:picMk id="5" creationId="{6F4778A6-99A8-4E06-84B8-A5CFDC991C85}"/>
          </ac:picMkLst>
        </pc:picChg>
      </pc:sldChg>
    </pc:docChg>
  </pc:docChgLst>
  <pc:docChgLst>
    <pc:chgData name="ISAAC TAN (CHEN EN)" userId="S::2100902b@student.tp.edu.sg::a1a297b8-24e9-4a32-9f20-3c3b65bc18b1" providerId="AD" clId="Web-{39F542AA-F020-4985-BC72-264221D74D6C}"/>
    <pc:docChg chg="addSld delSld modSld">
      <pc:chgData name="ISAAC TAN (CHEN EN)" userId="S::2100902b@student.tp.edu.sg::a1a297b8-24e9-4a32-9f20-3c3b65bc18b1" providerId="AD" clId="Web-{39F542AA-F020-4985-BC72-264221D74D6C}" dt="2021-08-08T15:23:13.576" v="766"/>
      <pc:docMkLst>
        <pc:docMk/>
      </pc:docMkLst>
      <pc:sldChg chg="del">
        <pc:chgData name="ISAAC TAN (CHEN EN)" userId="S::2100902b@student.tp.edu.sg::a1a297b8-24e9-4a32-9f20-3c3b65bc18b1" providerId="AD" clId="Web-{39F542AA-F020-4985-BC72-264221D74D6C}" dt="2021-08-08T15:22:28.216" v="761"/>
        <pc:sldMkLst>
          <pc:docMk/>
          <pc:sldMk cId="3810627874" sldId="256"/>
        </pc:sldMkLst>
      </pc:sldChg>
      <pc:sldChg chg="addSp modSp">
        <pc:chgData name="ISAAC TAN (CHEN EN)" userId="S::2100902b@student.tp.edu.sg::a1a297b8-24e9-4a32-9f20-3c3b65bc18b1" providerId="AD" clId="Web-{39F542AA-F020-4985-BC72-264221D74D6C}" dt="2021-08-08T15:23:13.576" v="766"/>
        <pc:sldMkLst>
          <pc:docMk/>
          <pc:sldMk cId="2833562234" sldId="257"/>
        </pc:sldMkLst>
        <pc:spChg chg="add">
          <ac:chgData name="ISAAC TAN (CHEN EN)" userId="S::2100902b@student.tp.edu.sg::a1a297b8-24e9-4a32-9f20-3c3b65bc18b1" providerId="AD" clId="Web-{39F542AA-F020-4985-BC72-264221D74D6C}" dt="2021-08-08T15:23:13.576" v="766"/>
          <ac:spMkLst>
            <pc:docMk/>
            <pc:sldMk cId="2833562234" sldId="257"/>
            <ac:spMk id="13" creationId="{B9FF99BD-075F-4761-A995-6FC574BD25EA}"/>
          </ac:spMkLst>
        </pc:spChg>
        <pc:spChg chg="add">
          <ac:chgData name="ISAAC TAN (CHEN EN)" userId="S::2100902b@student.tp.edu.sg::a1a297b8-24e9-4a32-9f20-3c3b65bc18b1" providerId="AD" clId="Web-{39F542AA-F020-4985-BC72-264221D74D6C}" dt="2021-08-08T15:23:13.576" v="766"/>
          <ac:spMkLst>
            <pc:docMk/>
            <pc:sldMk cId="2833562234" sldId="257"/>
            <ac:spMk id="15" creationId="{A7B21A54-9BA3-4EA9-B460-5A829ADD9051}"/>
          </ac:spMkLst>
        </pc:spChg>
        <pc:spChg chg="add">
          <ac:chgData name="ISAAC TAN (CHEN EN)" userId="S::2100902b@student.tp.edu.sg::a1a297b8-24e9-4a32-9f20-3c3b65bc18b1" providerId="AD" clId="Web-{39F542AA-F020-4985-BC72-264221D74D6C}" dt="2021-08-08T15:23:13.576" v="766"/>
          <ac:spMkLst>
            <pc:docMk/>
            <pc:sldMk cId="2833562234" sldId="257"/>
            <ac:spMk id="17" creationId="{6FA8F714-B9D8-488A-8CCA-E9948FF913A9}"/>
          </ac:spMkLst>
        </pc:spChg>
        <pc:graphicFrameChg chg="mod modGraphic">
          <ac:chgData name="ISAAC TAN (CHEN EN)" userId="S::2100902b@student.tp.edu.sg::a1a297b8-24e9-4a32-9f20-3c3b65bc18b1" providerId="AD" clId="Web-{39F542AA-F020-4985-BC72-264221D74D6C}" dt="2021-08-08T15:23:13.576" v="766"/>
          <ac:graphicFrameMkLst>
            <pc:docMk/>
            <pc:sldMk cId="2833562234" sldId="257"/>
            <ac:graphicFrameMk id="7" creationId="{1F94AC1C-9A34-4250-9083-8FA8AE7EEBF9}"/>
          </ac:graphicFrameMkLst>
        </pc:graphicFrameChg>
        <pc:graphicFrameChg chg="mod modGraphic">
          <ac:chgData name="ISAAC TAN (CHEN EN)" userId="S::2100902b@student.tp.edu.sg::a1a297b8-24e9-4a32-9f20-3c3b65bc18b1" providerId="AD" clId="Web-{39F542AA-F020-4985-BC72-264221D74D6C}" dt="2021-08-08T15:23:13.576" v="766"/>
          <ac:graphicFrameMkLst>
            <pc:docMk/>
            <pc:sldMk cId="2833562234" sldId="257"/>
            <ac:graphicFrameMk id="8" creationId="{0E72CC6C-4D79-4CA4-B165-DB419C1C0486}"/>
          </ac:graphicFrameMkLst>
        </pc:graphicFrameChg>
      </pc:sldChg>
      <pc:sldChg chg="addSp delSp modSp">
        <pc:chgData name="ISAAC TAN (CHEN EN)" userId="S::2100902b@student.tp.edu.sg::a1a297b8-24e9-4a32-9f20-3c3b65bc18b1" providerId="AD" clId="Web-{39F542AA-F020-4985-BC72-264221D74D6C}" dt="2021-08-08T15:23:09.248" v="765"/>
        <pc:sldMkLst>
          <pc:docMk/>
          <pc:sldMk cId="3897692612" sldId="258"/>
        </pc:sldMkLst>
        <pc:spChg chg="del">
          <ac:chgData name="ISAAC TAN (CHEN EN)" userId="S::2100902b@student.tp.edu.sg::a1a297b8-24e9-4a32-9f20-3c3b65bc18b1" providerId="AD" clId="Web-{39F542AA-F020-4985-BC72-264221D74D6C}" dt="2021-08-08T15:23:09.248" v="765"/>
          <ac:spMkLst>
            <pc:docMk/>
            <pc:sldMk cId="3897692612" sldId="258"/>
            <ac:spMk id="10" creationId="{1500B4A4-B1F1-41EA-886A-B8A210DBCA3B}"/>
          </ac:spMkLst>
        </pc:spChg>
        <pc:spChg chg="del">
          <ac:chgData name="ISAAC TAN (CHEN EN)" userId="S::2100902b@student.tp.edu.sg::a1a297b8-24e9-4a32-9f20-3c3b65bc18b1" providerId="AD" clId="Web-{39F542AA-F020-4985-BC72-264221D74D6C}" dt="2021-08-08T15:23:09.248" v="765"/>
          <ac:spMkLst>
            <pc:docMk/>
            <pc:sldMk cId="3897692612" sldId="258"/>
            <ac:spMk id="12" creationId="{5E55A99C-0BDC-4DBE-8E40-9FA66F629FA1}"/>
          </ac:spMkLst>
        </pc:spChg>
        <pc:spChg chg="add">
          <ac:chgData name="ISAAC TAN (CHEN EN)" userId="S::2100902b@student.tp.edu.sg::a1a297b8-24e9-4a32-9f20-3c3b65bc18b1" providerId="AD" clId="Web-{39F542AA-F020-4985-BC72-264221D74D6C}" dt="2021-08-08T15:23:09.248" v="765"/>
          <ac:spMkLst>
            <pc:docMk/>
            <pc:sldMk cId="3897692612" sldId="258"/>
            <ac:spMk id="39" creationId="{B9FF99BD-075F-4761-A995-6FC574BD25EA}"/>
          </ac:spMkLst>
        </pc:spChg>
        <pc:spChg chg="add">
          <ac:chgData name="ISAAC TAN (CHEN EN)" userId="S::2100902b@student.tp.edu.sg::a1a297b8-24e9-4a32-9f20-3c3b65bc18b1" providerId="AD" clId="Web-{39F542AA-F020-4985-BC72-264221D74D6C}" dt="2021-08-08T15:23:09.248" v="765"/>
          <ac:spMkLst>
            <pc:docMk/>
            <pc:sldMk cId="3897692612" sldId="258"/>
            <ac:spMk id="40" creationId="{A7B21A54-9BA3-4EA9-B460-5A829ADD9051}"/>
          </ac:spMkLst>
        </pc:spChg>
        <pc:spChg chg="add">
          <ac:chgData name="ISAAC TAN (CHEN EN)" userId="S::2100902b@student.tp.edu.sg::a1a297b8-24e9-4a32-9f20-3c3b65bc18b1" providerId="AD" clId="Web-{39F542AA-F020-4985-BC72-264221D74D6C}" dt="2021-08-08T15:23:09.248" v="765"/>
          <ac:spMkLst>
            <pc:docMk/>
            <pc:sldMk cId="3897692612" sldId="258"/>
            <ac:spMk id="41" creationId="{6FA8F714-B9D8-488A-8CCA-E9948FF913A9}"/>
          </ac:spMkLst>
        </pc:spChg>
        <pc:graphicFrameChg chg="mod modGraphic">
          <ac:chgData name="ISAAC TAN (CHEN EN)" userId="S::2100902b@student.tp.edu.sg::a1a297b8-24e9-4a32-9f20-3c3b65bc18b1" providerId="AD" clId="Web-{39F542AA-F020-4985-BC72-264221D74D6C}" dt="2021-08-08T15:23:09.248" v="765"/>
          <ac:graphicFrameMkLst>
            <pc:docMk/>
            <pc:sldMk cId="3897692612" sldId="258"/>
            <ac:graphicFrameMk id="4" creationId="{1CE00FB8-9160-46D9-9BF8-E4D99D345013}"/>
          </ac:graphicFrameMkLst>
        </pc:graphicFrameChg>
        <pc:graphicFrameChg chg="mod modGraphic">
          <ac:chgData name="ISAAC TAN (CHEN EN)" userId="S::2100902b@student.tp.edu.sg::a1a297b8-24e9-4a32-9f20-3c3b65bc18b1" providerId="AD" clId="Web-{39F542AA-F020-4985-BC72-264221D74D6C}" dt="2021-08-08T15:23:09.248" v="765"/>
          <ac:graphicFrameMkLst>
            <pc:docMk/>
            <pc:sldMk cId="3897692612" sldId="258"/>
            <ac:graphicFrameMk id="5" creationId="{16B28500-8121-4939-A655-5816F193AF8D}"/>
          </ac:graphicFrameMkLst>
        </pc:graphicFrameChg>
      </pc:sldChg>
      <pc:sldChg chg="addSp delSp modSp">
        <pc:chgData name="ISAAC TAN (CHEN EN)" userId="S::2100902b@student.tp.edu.sg::a1a297b8-24e9-4a32-9f20-3c3b65bc18b1" providerId="AD" clId="Web-{39F542AA-F020-4985-BC72-264221D74D6C}" dt="2021-08-08T15:22:55.669" v="764"/>
        <pc:sldMkLst>
          <pc:docMk/>
          <pc:sldMk cId="3098231053" sldId="260"/>
        </pc:sldMkLst>
        <pc:spChg chg="mod">
          <ac:chgData name="ISAAC TAN (CHEN EN)" userId="S::2100902b@student.tp.edu.sg::a1a297b8-24e9-4a32-9f20-3c3b65bc18b1" providerId="AD" clId="Web-{39F542AA-F020-4985-BC72-264221D74D6C}" dt="2021-08-08T15:22:55.669" v="764"/>
          <ac:spMkLst>
            <pc:docMk/>
            <pc:sldMk cId="3098231053" sldId="260"/>
            <ac:spMk id="2" creationId="{3E97B751-38D6-4719-B720-23914E3AD4C7}"/>
          </ac:spMkLst>
        </pc:spChg>
        <pc:spChg chg="del">
          <ac:chgData name="ISAAC TAN (CHEN EN)" userId="S::2100902b@student.tp.edu.sg::a1a297b8-24e9-4a32-9f20-3c3b65bc18b1" providerId="AD" clId="Web-{39F542AA-F020-4985-BC72-264221D74D6C}" dt="2021-08-08T15:22:55.669" v="764"/>
          <ac:spMkLst>
            <pc:docMk/>
            <pc:sldMk cId="3098231053" sldId="260"/>
            <ac:spMk id="31" creationId="{594D6AA1-A0E1-45F9-8E25-BAB8092293CC}"/>
          </ac:spMkLst>
        </pc:spChg>
        <pc:spChg chg="add">
          <ac:chgData name="ISAAC TAN (CHEN EN)" userId="S::2100902b@student.tp.edu.sg::a1a297b8-24e9-4a32-9f20-3c3b65bc18b1" providerId="AD" clId="Web-{39F542AA-F020-4985-BC72-264221D74D6C}" dt="2021-08-08T15:22:55.669" v="764"/>
          <ac:spMkLst>
            <pc:docMk/>
            <pc:sldMk cId="3098231053" sldId="260"/>
            <ac:spMk id="33" creationId="{53F29798-D584-4792-9B62-3F5F5C36D619}"/>
          </ac:spMkLst>
        </pc:spChg>
        <pc:picChg chg="add mod">
          <ac:chgData name="ISAAC TAN (CHEN EN)" userId="S::2100902b@student.tp.edu.sg::a1a297b8-24e9-4a32-9f20-3c3b65bc18b1" providerId="AD" clId="Web-{39F542AA-F020-4985-BC72-264221D74D6C}" dt="2021-08-08T15:22:55.669" v="764"/>
          <ac:picMkLst>
            <pc:docMk/>
            <pc:sldMk cId="3098231053" sldId="260"/>
            <ac:picMk id="3" creationId="{9B4C5FAB-CA4C-4060-8F98-4427F213C66D}"/>
          </ac:picMkLst>
        </pc:picChg>
        <pc:picChg chg="del">
          <ac:chgData name="ISAAC TAN (CHEN EN)" userId="S::2100902b@student.tp.edu.sg::a1a297b8-24e9-4a32-9f20-3c3b65bc18b1" providerId="AD" clId="Web-{39F542AA-F020-4985-BC72-264221D74D6C}" dt="2021-08-08T15:22:51.935" v="762"/>
          <ac:picMkLst>
            <pc:docMk/>
            <pc:sldMk cId="3098231053" sldId="260"/>
            <ac:picMk id="4" creationId="{26773855-084D-4519-B6F6-A45F118197D7}"/>
          </ac:picMkLst>
        </pc:picChg>
      </pc:sldChg>
      <pc:sldChg chg="modSp">
        <pc:chgData name="ISAAC TAN (CHEN EN)" userId="S::2100902b@student.tp.edu.sg::a1a297b8-24e9-4a32-9f20-3c3b65bc18b1" providerId="AD" clId="Web-{39F542AA-F020-4985-BC72-264221D74D6C}" dt="2021-08-08T15:13:01.889" v="275" actId="20577"/>
        <pc:sldMkLst>
          <pc:docMk/>
          <pc:sldMk cId="3192844858" sldId="263"/>
        </pc:sldMkLst>
        <pc:spChg chg="mod">
          <ac:chgData name="ISAAC TAN (CHEN EN)" userId="S::2100902b@student.tp.edu.sg::a1a297b8-24e9-4a32-9f20-3c3b65bc18b1" providerId="AD" clId="Web-{39F542AA-F020-4985-BC72-264221D74D6C}" dt="2021-08-08T15:13:01.889" v="275" actId="20577"/>
          <ac:spMkLst>
            <pc:docMk/>
            <pc:sldMk cId="3192844858" sldId="263"/>
            <ac:spMk id="3" creationId="{3A1DEB43-8F61-4646-9015-8F07890613F3}"/>
          </ac:spMkLst>
        </pc:spChg>
      </pc:sldChg>
      <pc:sldChg chg="addSp delSp modSp new mod setBg addAnim delAnim">
        <pc:chgData name="ISAAC TAN (CHEN EN)" userId="S::2100902b@student.tp.edu.sg::a1a297b8-24e9-4a32-9f20-3c3b65bc18b1" providerId="AD" clId="Web-{39F542AA-F020-4985-BC72-264221D74D6C}" dt="2021-08-08T15:22:22.778" v="760"/>
        <pc:sldMkLst>
          <pc:docMk/>
          <pc:sldMk cId="2026368824" sldId="277"/>
        </pc:sldMkLst>
        <pc:spChg chg="mod ord">
          <ac:chgData name="ISAAC TAN (CHEN EN)" userId="S::2100902b@student.tp.edu.sg::a1a297b8-24e9-4a32-9f20-3c3b65bc18b1" providerId="AD" clId="Web-{39F542AA-F020-4985-BC72-264221D74D6C}" dt="2021-08-08T15:22:16.887" v="756"/>
          <ac:spMkLst>
            <pc:docMk/>
            <pc:sldMk cId="2026368824" sldId="277"/>
            <ac:spMk id="2" creationId="{44DC6989-808D-445B-B0C5-839ECDFE869E}"/>
          </ac:spMkLst>
        </pc:spChg>
        <pc:spChg chg="del">
          <ac:chgData name="ISAAC TAN (CHEN EN)" userId="S::2100902b@student.tp.edu.sg::a1a297b8-24e9-4a32-9f20-3c3b65bc18b1" providerId="AD" clId="Web-{39F542AA-F020-4985-BC72-264221D74D6C}" dt="2021-08-08T15:10:02.541" v="189"/>
          <ac:spMkLst>
            <pc:docMk/>
            <pc:sldMk cId="2026368824" sldId="277"/>
            <ac:spMk id="3" creationId="{D184F374-D134-41C9-BA46-26F8ABEF100A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11:34.418" v="255"/>
          <ac:spMkLst>
            <pc:docMk/>
            <pc:sldMk cId="2026368824" sldId="277"/>
            <ac:spMk id="6" creationId="{CACAC849-5A3E-44CF-9D41-782FD466DEBC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11:36.965" v="256"/>
          <ac:spMkLst>
            <pc:docMk/>
            <pc:sldMk cId="2026368824" sldId="277"/>
            <ac:spMk id="7" creationId="{5E39A796-BE83-48B1-B33F-35C4A32AAB57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10:39.651" v="206"/>
          <ac:spMkLst>
            <pc:docMk/>
            <pc:sldMk cId="2026368824" sldId="277"/>
            <ac:spMk id="8" creationId="{45F08E3C-53DA-4EDE-9616-2EF7174CFE7A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11:36.965" v="256"/>
          <ac:spMkLst>
            <pc:docMk/>
            <pc:sldMk cId="2026368824" sldId="277"/>
            <ac:spMk id="9" creationId="{72F84B47-E267-4194-8194-831DB7B5547F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10:39.651" v="206"/>
          <ac:spMkLst>
            <pc:docMk/>
            <pc:sldMk cId="2026368824" sldId="277"/>
            <ac:spMk id="11" creationId="{FF9B822F-893E-44C8-963C-64F50ACECBB2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10:39.651" v="206"/>
          <ac:spMkLst>
            <pc:docMk/>
            <pc:sldMk cId="2026368824" sldId="277"/>
            <ac:spMk id="13" creationId="{EBF87945-A001-489F-9D9B-7D9435F0B9CA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2:16.887" v="756"/>
          <ac:spMkLst>
            <pc:docMk/>
            <pc:sldMk cId="2026368824" sldId="277"/>
            <ac:spMk id="14" creationId="{53F29798-D584-4792-9B62-3F5F5C36D619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1:42.589" v="734"/>
          <ac:spMkLst>
            <pc:docMk/>
            <pc:sldMk cId="2026368824" sldId="277"/>
            <ac:spMk id="16" creationId="{53F29798-D584-4792-9B62-3F5F5C36D619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1:45.418" v="738"/>
          <ac:spMkLst>
            <pc:docMk/>
            <pc:sldMk cId="2026368824" sldId="277"/>
            <ac:spMk id="17" creationId="{022BDE4A-8A20-4A69-9C5A-581C82036A4D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10:38.041" v="204"/>
          <ac:spMkLst>
            <pc:docMk/>
            <pc:sldMk cId="2026368824" sldId="277"/>
            <ac:spMk id="18" creationId="{53F29798-D584-4792-9B62-3F5F5C36D619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12:05.684" v="259"/>
          <ac:spMkLst>
            <pc:docMk/>
            <pc:sldMk cId="2026368824" sldId="277"/>
            <ac:spMk id="19" creationId="{275D6C10-B5A7-4715-803E-0501C9C2CC21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1:51.949" v="741"/>
          <ac:spMkLst>
            <pc:docMk/>
            <pc:sldMk cId="2026368824" sldId="277"/>
            <ac:spMk id="20" creationId="{70155189-D96C-4527-B0EC-654B946BE615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2:04.184" v="747"/>
          <ac:spMkLst>
            <pc:docMk/>
            <pc:sldMk cId="2026368824" sldId="277"/>
            <ac:spMk id="21" creationId="{EE9899FA-8881-472C-AA59-D08A89CA8AEF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2:04.184" v="747"/>
          <ac:spMkLst>
            <pc:docMk/>
            <pc:sldMk cId="2026368824" sldId="277"/>
            <ac:spMk id="22" creationId="{70BDD0CE-06A4-404B-8A13-580229C1C923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2:04.184" v="747"/>
          <ac:spMkLst>
            <pc:docMk/>
            <pc:sldMk cId="2026368824" sldId="277"/>
            <ac:spMk id="23" creationId="{080B7D90-3DF1-4514-B26D-616BE35553C9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2:07.903" v="749"/>
          <ac:spMkLst>
            <pc:docMk/>
            <pc:sldMk cId="2026368824" sldId="277"/>
            <ac:spMk id="24" creationId="{53F29798-D584-4792-9B62-3F5F5C36D619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2:10.184" v="751"/>
          <ac:spMkLst>
            <pc:docMk/>
            <pc:sldMk cId="2026368824" sldId="277"/>
            <ac:spMk id="25" creationId="{99ED5833-B85B-4103-8A3B-CAB0308E6C15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2:13.793" v="753"/>
          <ac:spMkLst>
            <pc:docMk/>
            <pc:sldMk cId="2026368824" sldId="277"/>
            <ac:spMk id="26" creationId="{99ED5833-B85B-4103-8A3B-CAB0308E6C15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2:16.872" v="755"/>
          <ac:spMkLst>
            <pc:docMk/>
            <pc:sldMk cId="2026368824" sldId="277"/>
            <ac:spMk id="27" creationId="{70BDD0CE-06A4-404B-8A13-580229C1C923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2:16.872" v="755"/>
          <ac:spMkLst>
            <pc:docMk/>
            <pc:sldMk cId="2026368824" sldId="277"/>
            <ac:spMk id="28" creationId="{EE9899FA-8881-472C-AA59-D08A89CA8AEF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2:16.872" v="755"/>
          <ac:spMkLst>
            <pc:docMk/>
            <pc:sldMk cId="2026368824" sldId="277"/>
            <ac:spMk id="29" creationId="{080B7D90-3DF1-4514-B26D-616BE35553C9}"/>
          </ac:spMkLst>
        </pc:spChg>
        <pc:spChg chg="add del">
          <ac:chgData name="ISAAC TAN (CHEN EN)" userId="S::2100902b@student.tp.edu.sg::a1a297b8-24e9-4a32-9f20-3c3b65bc18b1" providerId="AD" clId="Web-{39F542AA-F020-4985-BC72-264221D74D6C}" dt="2021-08-08T15:22:22.778" v="760"/>
          <ac:spMkLst>
            <pc:docMk/>
            <pc:sldMk cId="2026368824" sldId="277"/>
            <ac:spMk id="30" creationId="{53F29798-D584-4792-9B62-3F5F5C36D619}"/>
          </ac:spMkLst>
        </pc:spChg>
        <pc:spChg chg="add">
          <ac:chgData name="ISAAC TAN (CHEN EN)" userId="S::2100902b@student.tp.edu.sg::a1a297b8-24e9-4a32-9f20-3c3b65bc18b1" providerId="AD" clId="Web-{39F542AA-F020-4985-BC72-264221D74D6C}" dt="2021-08-08T15:22:22.778" v="760"/>
          <ac:spMkLst>
            <pc:docMk/>
            <pc:sldMk cId="2026368824" sldId="277"/>
            <ac:spMk id="35" creationId="{53F29798-D584-4792-9B62-3F5F5C36D619}"/>
          </ac:spMkLst>
        </pc:spChg>
        <pc:picChg chg="add mod ord">
          <ac:chgData name="ISAAC TAN (CHEN EN)" userId="S::2100902b@student.tp.edu.sg::a1a297b8-24e9-4a32-9f20-3c3b65bc18b1" providerId="AD" clId="Web-{39F542AA-F020-4985-BC72-264221D74D6C}" dt="2021-08-08T15:22:22.778" v="760"/>
          <ac:picMkLst>
            <pc:docMk/>
            <pc:sldMk cId="2026368824" sldId="277"/>
            <ac:picMk id="4" creationId="{1CE5D525-DB8A-4CB9-B7E5-9612B0B803B6}"/>
          </ac:picMkLst>
        </pc:picChg>
        <pc:picChg chg="add del mod">
          <ac:chgData name="ISAAC TAN (CHEN EN)" userId="S::2100902b@student.tp.edu.sg::a1a297b8-24e9-4a32-9f20-3c3b65bc18b1" providerId="AD" clId="Web-{39F542AA-F020-4985-BC72-264221D74D6C}" dt="2021-08-08T15:21:54.043" v="743"/>
          <ac:picMkLst>
            <pc:docMk/>
            <pc:sldMk cId="2026368824" sldId="277"/>
            <ac:picMk id="5" creationId="{DC6158CA-2A16-49EB-B8A4-0873B7545ACF}"/>
          </ac:picMkLst>
        </pc:picChg>
        <pc:picChg chg="add del mod">
          <ac:chgData name="ISAAC TAN (CHEN EN)" userId="S::2100902b@student.tp.edu.sg::a1a297b8-24e9-4a32-9f20-3c3b65bc18b1" providerId="AD" clId="Web-{39F542AA-F020-4985-BC72-264221D74D6C}" dt="2021-08-08T15:21:53.012" v="742"/>
          <ac:picMkLst>
            <pc:docMk/>
            <pc:sldMk cId="2026368824" sldId="277"/>
            <ac:picMk id="10" creationId="{2F99A625-0214-4DA8-868F-7F8AEA7A5555}"/>
          </ac:picMkLst>
        </pc:picChg>
        <pc:picChg chg="add mod ord">
          <ac:chgData name="ISAAC TAN (CHEN EN)" userId="S::2100902b@student.tp.edu.sg::a1a297b8-24e9-4a32-9f20-3c3b65bc18b1" providerId="AD" clId="Web-{39F542AA-F020-4985-BC72-264221D74D6C}" dt="2021-08-08T15:22:22.778" v="760"/>
          <ac:picMkLst>
            <pc:docMk/>
            <pc:sldMk cId="2026368824" sldId="277"/>
            <ac:picMk id="12" creationId="{A337A34C-4F84-4629-9194-F79261CCD77C}"/>
          </ac:picMkLst>
        </pc:picChg>
      </pc:sldChg>
      <pc:sldChg chg="modSp new del">
        <pc:chgData name="ISAAC TAN (CHEN EN)" userId="S::2100902b@student.tp.edu.sg::a1a297b8-24e9-4a32-9f20-3c3b65bc18b1" providerId="AD" clId="Web-{39F542AA-F020-4985-BC72-264221D74D6C}" dt="2021-08-08T15:09:16.039" v="187"/>
        <pc:sldMkLst>
          <pc:docMk/>
          <pc:sldMk cId="2148156490" sldId="277"/>
        </pc:sldMkLst>
        <pc:spChg chg="mod">
          <ac:chgData name="ISAAC TAN (CHEN EN)" userId="S::2100902b@student.tp.edu.sg::a1a297b8-24e9-4a32-9f20-3c3b65bc18b1" providerId="AD" clId="Web-{39F542AA-F020-4985-BC72-264221D74D6C}" dt="2021-08-08T15:09:15.211" v="186" actId="20577"/>
          <ac:spMkLst>
            <pc:docMk/>
            <pc:sldMk cId="2148156490" sldId="277"/>
            <ac:spMk id="3" creationId="{CB46A0FA-DB69-41B5-B7B3-9633E641004A}"/>
          </ac:spMkLst>
        </pc:spChg>
      </pc:sldChg>
    </pc:docChg>
  </pc:docChgLst>
  <pc:docChgLst>
    <pc:chgData name="ISAAC TAN (CHEN EN)" userId="S::2100902b@student.tp.edu.sg::a1a297b8-24e9-4a32-9f20-3c3b65bc18b1" providerId="AD" clId="Web-{0D825803-E23E-4351-A006-5B1BED0D667B}"/>
    <pc:docChg chg="modSld">
      <pc:chgData name="ISAAC TAN (CHEN EN)" userId="S::2100902b@student.tp.edu.sg::a1a297b8-24e9-4a32-9f20-3c3b65bc18b1" providerId="AD" clId="Web-{0D825803-E23E-4351-A006-5B1BED0D667B}" dt="2021-08-08T09:23:59.577" v="35" actId="20577"/>
      <pc:docMkLst>
        <pc:docMk/>
      </pc:docMkLst>
      <pc:sldChg chg="modSp">
        <pc:chgData name="ISAAC TAN (CHEN EN)" userId="S::2100902b@student.tp.edu.sg::a1a297b8-24e9-4a32-9f20-3c3b65bc18b1" providerId="AD" clId="Web-{0D825803-E23E-4351-A006-5B1BED0D667B}" dt="2021-08-08T09:23:59.577" v="35" actId="20577"/>
        <pc:sldMkLst>
          <pc:docMk/>
          <pc:sldMk cId="2369878580" sldId="259"/>
        </pc:sldMkLst>
        <pc:spChg chg="mod">
          <ac:chgData name="ISAAC TAN (CHEN EN)" userId="S::2100902b@student.tp.edu.sg::a1a297b8-24e9-4a32-9f20-3c3b65bc18b1" providerId="AD" clId="Web-{0D825803-E23E-4351-A006-5B1BED0D667B}" dt="2021-08-08T09:23:59.577" v="35" actId="20577"/>
          <ac:spMkLst>
            <pc:docMk/>
            <pc:sldMk cId="2369878580" sldId="259"/>
            <ac:spMk id="3" creationId="{33986EB7-01E7-45EE-A865-05D68E64783C}"/>
          </ac:spMkLst>
        </pc:spChg>
      </pc:sldChg>
    </pc:docChg>
  </pc:docChgLst>
  <pc:docChgLst>
    <pc:chgData name="JORDAN IRSHAAD ZHENG YU AMIN" userId="S::2102250d@student.tp.edu.sg::ef144d8a-8daa-4f3d-998d-cb3e193e0cf4" providerId="AD" clId="Web-{C6E80456-483F-46CF-ABF8-20F491E2C68C}"/>
    <pc:docChg chg="addSld modSld">
      <pc:chgData name="JORDAN IRSHAAD ZHENG YU AMIN" userId="S::2102250d@student.tp.edu.sg::ef144d8a-8daa-4f3d-998d-cb3e193e0cf4" providerId="AD" clId="Web-{C6E80456-483F-46CF-ABF8-20F491E2C68C}" dt="2021-08-08T10:07:47.001" v="307" actId="20577"/>
      <pc:docMkLst>
        <pc:docMk/>
      </pc:docMkLst>
      <pc:sldChg chg="addSp modSp new">
        <pc:chgData name="JORDAN IRSHAAD ZHENG YU AMIN" userId="S::2102250d@student.tp.edu.sg::ef144d8a-8daa-4f3d-998d-cb3e193e0cf4" providerId="AD" clId="Web-{C6E80456-483F-46CF-ABF8-20F491E2C68C}" dt="2021-08-08T10:07:47.001" v="307" actId="20577"/>
        <pc:sldMkLst>
          <pc:docMk/>
          <pc:sldMk cId="3192844858" sldId="263"/>
        </pc:sldMkLst>
        <pc:spChg chg="mod">
          <ac:chgData name="JORDAN IRSHAAD ZHENG YU AMIN" userId="S::2102250d@student.tp.edu.sg::ef144d8a-8daa-4f3d-998d-cb3e193e0cf4" providerId="AD" clId="Web-{C6E80456-483F-46CF-ABF8-20F491E2C68C}" dt="2021-08-08T09:38:26.719" v="28" actId="20577"/>
          <ac:spMkLst>
            <pc:docMk/>
            <pc:sldMk cId="3192844858" sldId="263"/>
            <ac:spMk id="2" creationId="{763A8F02-5C6F-4CC9-845A-4D3D7DFC2C3E}"/>
          </ac:spMkLst>
        </pc:spChg>
        <pc:spChg chg="mod">
          <ac:chgData name="JORDAN IRSHAAD ZHENG YU AMIN" userId="S::2102250d@student.tp.edu.sg::ef144d8a-8daa-4f3d-998d-cb3e193e0cf4" providerId="AD" clId="Web-{C6E80456-483F-46CF-ABF8-20F491E2C68C}" dt="2021-08-08T10:07:47.001" v="307" actId="20577"/>
          <ac:spMkLst>
            <pc:docMk/>
            <pc:sldMk cId="3192844858" sldId="263"/>
            <ac:spMk id="3" creationId="{3A1DEB43-8F61-4646-9015-8F07890613F3}"/>
          </ac:spMkLst>
        </pc:spChg>
        <pc:picChg chg="add mod">
          <ac:chgData name="JORDAN IRSHAAD ZHENG YU AMIN" userId="S::2102250d@student.tp.edu.sg::ef144d8a-8daa-4f3d-998d-cb3e193e0cf4" providerId="AD" clId="Web-{C6E80456-483F-46CF-ABF8-20F491E2C68C}" dt="2021-08-08T09:52:11.015" v="135" actId="1076"/>
          <ac:picMkLst>
            <pc:docMk/>
            <pc:sldMk cId="3192844858" sldId="263"/>
            <ac:picMk id="4" creationId="{ACA37058-8F11-4442-AD36-97F30A803CA9}"/>
          </ac:picMkLst>
        </pc:picChg>
      </pc:sldChg>
    </pc:docChg>
  </pc:docChgLst>
  <pc:docChgLst>
    <pc:chgData name="JONAS KOH KUANG WEI" userId="S::2100439e@student.tp.edu.sg::868cb598-b839-4290-9a57-a8a8a88f5341" providerId="AD" clId="Web-{3D91B1BB-F0F3-4E6F-A473-1660FB71C69F}"/>
    <pc:docChg chg="modSld">
      <pc:chgData name="JONAS KOH KUANG WEI" userId="S::2100439e@student.tp.edu.sg::868cb598-b839-4290-9a57-a8a8a88f5341" providerId="AD" clId="Web-{3D91B1BB-F0F3-4E6F-A473-1660FB71C69F}" dt="2021-08-06T12:44:12.056" v="1"/>
      <pc:docMkLst>
        <pc:docMk/>
      </pc:docMkLst>
      <pc:sldChg chg="modSp">
        <pc:chgData name="JONAS KOH KUANG WEI" userId="S::2100439e@student.tp.edu.sg::868cb598-b839-4290-9a57-a8a8a88f5341" providerId="AD" clId="Web-{3D91B1BB-F0F3-4E6F-A473-1660FB71C69F}" dt="2021-08-06T12:44:12.056" v="1"/>
        <pc:sldMkLst>
          <pc:docMk/>
          <pc:sldMk cId="2833562234" sldId="257"/>
        </pc:sldMkLst>
        <pc:graphicFrameChg chg="modGraphic">
          <ac:chgData name="JONAS KOH KUANG WEI" userId="S::2100439e@student.tp.edu.sg::868cb598-b839-4290-9a57-a8a8a88f5341" providerId="AD" clId="Web-{3D91B1BB-F0F3-4E6F-A473-1660FB71C69F}" dt="2021-08-06T12:44:12.056" v="1"/>
          <ac:graphicFrameMkLst>
            <pc:docMk/>
            <pc:sldMk cId="2833562234" sldId="257"/>
            <ac:graphicFrameMk id="7" creationId="{1F94AC1C-9A34-4250-9083-8FA8AE7EEBF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60AD-06D0-466E-A813-03F6A79A9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D9784-666E-42AA-9F7F-1A9A2ED8C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E491C-8785-4C74-9C1A-32CF3C01C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A8720-0B9D-4DF6-9EB4-E99EC487C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36E37-7FD4-437C-AB4A-1AE660AE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752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F241-1214-41C0-9DD5-C848D646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B194A-1EC2-4C7C-87AB-3A8969C49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C31BB-BE02-49B9-9B31-94FC9B680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BC210-AEC1-4509-86BF-7682BFDC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5F037-10B5-41B2-A703-D75159C4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653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1BE17-0478-4C6D-BB31-103517BFE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422F6-CB02-47E5-8ED4-D9916282F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4CCA8-3B15-47BA-88F0-B3FAFC45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AD0C6-2E0E-4128-B4E3-A4119C1D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708DF-3155-4F1F-8BED-60C984D8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878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6C62-160C-48B0-B534-4F8D6F68B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E13CB-08E5-4098-AA77-1B352534B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C764C-072C-4AD9-B9AB-B41C065F3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E4F4C-3DEB-409E-B02E-753EA7FB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2D883-A8D0-4D6D-BB5D-3A9BC722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601F3-4C1C-4AC7-871F-800009F2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649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A84E6-F4D1-4447-AF53-50548D926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62F6A-9B68-4003-9116-1DF4AAF33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DED94-2656-447D-B17E-7A37DBCF5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2898DC-9112-4A99-87D2-FA943EEFC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50035-C169-4425-B6E0-2C3F9A3C3A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55EF8-6390-4311-94C0-B7F05FB57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9FEF13-08B5-43C7-A2A2-420B1ED5A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DEEB78-46E3-4A56-9E8B-F98012C8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844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21A0-5670-404A-80A1-BA3D23E0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FF0C6-5C82-4799-B2B2-11D86E9B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4053E-A96C-4612-A8A4-DC5F71AD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D3103-676F-45EB-A655-F65CDE4D1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738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7CDC3-50FB-4394-8D45-2F1F5D3E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E9B47-D575-4493-A7B3-52F9CED6D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BF083-D79B-4CE7-866F-1E1F98EF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6429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C319-D7DB-474C-B0F8-672624285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28F6B-9C38-4E60-AC19-F3C3C7D4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85F1B-EEAD-4A83-BF74-46242591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78971-CA2E-46F6-9B90-39815ACCF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7963F-19B3-4FBD-B0B7-64BA31D5C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C055E-5ACC-4EF7-9021-5A8C97D7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1375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1967-5E71-48FF-9392-305A00B0F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01D88-EE2E-477A-8C72-2F9A9624F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9C50B-C487-4F52-9D32-69A59C110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9C4C5-DAB5-433A-A8A3-F8583265C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D6842-2C66-4321-A024-51805BBCD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42FAD-F755-4932-930A-764CDDCC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579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E78D-24E4-4020-A717-6117EF24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11172-11CD-4ADD-BAA2-8AD65B7D0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B6800-D147-44CE-8736-B6306592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27AE0-B897-4A28-BF96-90718A7B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75B54-BFDB-415A-B212-7FCA81F6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655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22254-400B-4F12-9A10-0C521D375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F9FF5-E64F-43A5-BE6A-57EFCB516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FCD04-1BB0-4560-A260-ED46F2BEE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46A14-3E6F-4C9E-84FB-A76BC202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4A5AB-DFC3-41AC-B55E-7DE49B54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8053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D5D795-50A9-410E-84B6-128A2620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96795-157D-4090-A4C4-926C398DD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AAB6-7AF8-41AA-932E-F61A9E93B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9E32B-A42B-4FB7-A301-DF47710D0139}" type="datetimeFigureOut">
              <a:rPr lang="en-SG" smtClean="0"/>
              <a:t>10/8/2021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1477C-AE74-4EAC-BC99-4BEE392C5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5304D-4461-4E51-BCE4-2BB4EE8E0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42196-42AD-443B-8B42-6DF67CC1F6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13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3C15-899A-441B-9CD2-97B19E48C0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NETY Project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86EB7-01E7-45EE-A865-05D68E6478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Isaac (2100902B) | Jordan (2102250D) | </a:t>
            </a:r>
            <a:endParaRPr lang="en-US" dirty="0"/>
          </a:p>
          <a:p>
            <a:r>
              <a:rPr lang="en-US" dirty="0">
                <a:cs typeface="Calibri"/>
              </a:rPr>
              <a:t>Chee Hsien (2100342A) | Jonas (2100439E)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87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5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7B751-38D6-4719-B720-23914E3AD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Overview of Network Topology</a:t>
            </a:r>
          </a:p>
        </p:txBody>
      </p:sp>
      <p:pic>
        <p:nvPicPr>
          <p:cNvPr id="3" name="Picture 4" descr="Diagram&#10;&#10;Description automatically generated">
            <a:extLst>
              <a:ext uri="{FF2B5EF4-FFF2-40B4-BE49-F238E27FC236}">
                <a16:creationId xmlns:a16="http://schemas.microsoft.com/office/drawing/2014/main" id="{9B4C5FAB-CA4C-4060-8F98-4427F213C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230" y="1845426"/>
            <a:ext cx="7120486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3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AC7CAF4-8847-41BB-8EA0-8C9F22D95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6225" y="1844675"/>
            <a:ext cx="4529138" cy="4449763"/>
          </a:xfrm>
          <a:prstGeom prst="rect">
            <a:avLst/>
          </a:prstGeom>
        </p:spPr>
      </p:pic>
      <p:pic>
        <p:nvPicPr>
          <p:cNvPr id="5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0E890C3-F78B-4A45-8C77-30DBF78B7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88" y="1844675"/>
            <a:ext cx="4506913" cy="4449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B98449-7752-41C5-BC00-26C5B5C9B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latin typeface="+mj-lt"/>
                <a:ea typeface="+mj-ea"/>
                <a:cs typeface="+mj-cs"/>
              </a:rPr>
              <a:t>Configurations for China Router</a:t>
            </a:r>
            <a:r>
              <a:rPr lang="en-US" sz="5200" dirty="0"/>
              <a:t> (static)</a:t>
            </a:r>
            <a:endParaRPr lang="en-US" sz="5200" kern="1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0134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98449-7752-41C5-BC00-26C5B5C9B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Configurations for China Router (g0/1)</a:t>
            </a:r>
          </a:p>
        </p:txBody>
      </p:sp>
      <p:pic>
        <p:nvPicPr>
          <p:cNvPr id="6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48B4716-E066-4895-AB2B-C51A2DC3A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520" y="1863801"/>
            <a:ext cx="4496958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64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98449-7752-41C5-BC00-26C5B5C9B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latin typeface="+mj-lt"/>
                <a:ea typeface="+mj-ea"/>
                <a:cs typeface="+mj-cs"/>
              </a:rPr>
              <a:t>Configurations for China Router </a:t>
            </a:r>
            <a:r>
              <a:rPr lang="en-US" sz="5000"/>
              <a:t>(s0/3/0)</a:t>
            </a:r>
            <a:endParaRPr lang="en-US" sz="5000" kern="120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8F529124-4450-45A8-A0FB-EA57B418A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13" y="1863801"/>
            <a:ext cx="4531373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979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433D3-EFC9-4BE4-A393-A3B8B90A5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/>
              <a:t>Configurations for India Router (static)</a:t>
            </a: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C8FCFD7-11AD-4150-A4AA-2122B5E098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7964" y="2785950"/>
            <a:ext cx="3568380" cy="3514855"/>
          </a:xfrm>
          <a:prstGeom prst="rect">
            <a:avLst/>
          </a:prstGeom>
        </p:spPr>
      </p:pic>
      <p:pic>
        <p:nvPicPr>
          <p:cNvPr id="5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DE4E0EB-B1A4-4E4F-9504-29CE459C7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561" y="2785950"/>
            <a:ext cx="3595759" cy="351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81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33D3-EFC9-4BE4-A393-A3B8B90A5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Configurations for India Router  (s0/2/1)</a:t>
            </a:r>
          </a:p>
        </p:txBody>
      </p:sp>
      <p:pic>
        <p:nvPicPr>
          <p:cNvPr id="6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FD3707D-D92A-4749-B761-F474CBBD6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520" y="1863801"/>
            <a:ext cx="4496958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71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DCA8F09-0365-480D-BAB3-4544B434D0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54" b="4"/>
          <a:stretch/>
        </p:blipFill>
        <p:spPr>
          <a:xfrm>
            <a:off x="1614488" y="1844675"/>
            <a:ext cx="4449763" cy="4449763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</p:spPr>
      </p:pic>
      <p:pic>
        <p:nvPicPr>
          <p:cNvPr id="4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01BFE18-25C6-483F-BBE4-7EA149AD8A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01" b="1"/>
          <a:stretch/>
        </p:blipFill>
        <p:spPr>
          <a:xfrm>
            <a:off x="6126163" y="1844675"/>
            <a:ext cx="4449763" cy="4449763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70DFBF-F25C-4C08-B3EA-96CC824D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Configurations for Singapore Router (static)</a:t>
            </a:r>
          </a:p>
        </p:txBody>
      </p:sp>
    </p:spTree>
    <p:extLst>
      <p:ext uri="{BB962C8B-B14F-4D97-AF65-F5344CB8AC3E}">
        <p14:creationId xmlns:p14="http://schemas.microsoft.com/office/powerpoint/2010/main" val="1220846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37D7B-6AFB-4354-8D0D-AAE5EFFCE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Configurations for Singapore Router (s0/3/1)</a:t>
            </a:r>
            <a:endParaRPr lang="en-US"/>
          </a:p>
        </p:txBody>
      </p:sp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DA5B5ABB-B3F0-4E4B-B0F8-CD48BEA32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5849" y="1825625"/>
            <a:ext cx="4320301" cy="4351338"/>
          </a:xfrm>
        </p:spPr>
      </p:pic>
    </p:spTree>
    <p:extLst>
      <p:ext uri="{BB962C8B-B14F-4D97-AF65-F5344CB8AC3E}">
        <p14:creationId xmlns:p14="http://schemas.microsoft.com/office/powerpoint/2010/main" val="3425218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7FF46-0817-4947-99A8-7C49F5118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Configurations for Singapore Switch (Switch 1 VLAN)</a:t>
            </a:r>
          </a:p>
        </p:txBody>
      </p:sp>
      <p:pic>
        <p:nvPicPr>
          <p:cNvPr id="4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BC52119-B30A-4476-9DC6-4E76E270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077" y="1863801"/>
            <a:ext cx="4519844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39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486D-4AF0-43FE-847E-0427CBCF4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Configurations for Singapore Switch (Switch 2 VLAN)</a:t>
            </a:r>
          </a:p>
        </p:txBody>
      </p:sp>
      <p:pic>
        <p:nvPicPr>
          <p:cNvPr id="4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27D72C1-58C7-48B2-B699-7B7B765C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520" y="1863801"/>
            <a:ext cx="4496958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81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C389-B870-487F-8961-70C6F018E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Configurations for Singapore Server</a:t>
            </a: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487E0F2-C0E6-47D2-94EE-8BAEA0273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693" y="1863801"/>
            <a:ext cx="4554612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96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9B4E97F-8069-4A3E-91C6-3D1634B83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3050" y="1844675"/>
            <a:ext cx="4533900" cy="4449763"/>
          </a:xfrm>
        </p:spPr>
      </p:pic>
      <p:pic>
        <p:nvPicPr>
          <p:cNvPr id="5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4B10400-70A6-4290-B1EE-EABFBDA5F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863" y="1844675"/>
            <a:ext cx="4505325" cy="4449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4106A7-A66A-4074-8023-BF2578B3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Configurations for ISP Router (static)</a:t>
            </a:r>
          </a:p>
        </p:txBody>
      </p:sp>
    </p:spTree>
    <p:extLst>
      <p:ext uri="{BB962C8B-B14F-4D97-AF65-F5344CB8AC3E}">
        <p14:creationId xmlns:p14="http://schemas.microsoft.com/office/powerpoint/2010/main" val="759148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8618-85BB-45C3-81AC-AB345247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Configurations for ISP Router (s0/3/0, ISP to China)</a:t>
            </a:r>
          </a:p>
        </p:txBody>
      </p:sp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F4582799-B47F-4FAC-9EAC-DB04581FC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814" y="1863801"/>
            <a:ext cx="4508371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88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E2D6B-88A5-4962-8DAD-AE9005E8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Configurations for ISP Router (0/2/1, ISP to India)</a:t>
            </a:r>
          </a:p>
        </p:txBody>
      </p:sp>
      <p:pic>
        <p:nvPicPr>
          <p:cNvPr id="5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6F4778A6-99A8-4E06-84B8-A5CFDC991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518" y="1863801"/>
            <a:ext cx="4542962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95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97D1-06BE-4A23-9A39-8BE13410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Configurations for ISP Router (s0/3/1, ISP to Singapore)</a:t>
            </a:r>
          </a:p>
        </p:txBody>
      </p:sp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E4A4A376-4B73-48DB-94DE-EB12030E3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520" y="1863801"/>
            <a:ext cx="4496958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75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Table&#10;&#10;Description automatically generated">
            <a:extLst>
              <a:ext uri="{FF2B5EF4-FFF2-40B4-BE49-F238E27FC236}">
                <a16:creationId xmlns:a16="http://schemas.microsoft.com/office/drawing/2014/main" id="{1CE5D525-DB8A-4CB9-B7E5-9612B0B80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82775"/>
            <a:ext cx="4878388" cy="4373563"/>
          </a:xfrm>
          <a:prstGeom prst="rect">
            <a:avLst/>
          </a:prstGeom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8D7D8684-B9E3-43B1-B097-C51A4A896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025" y="1882775"/>
            <a:ext cx="5562600" cy="4373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DC6989-808D-445B-B0C5-839ECDFE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IP Addressing Table</a:t>
            </a:r>
          </a:p>
        </p:txBody>
      </p:sp>
    </p:spTree>
    <p:extLst>
      <p:ext uri="{BB962C8B-B14F-4D97-AF65-F5344CB8AC3E}">
        <p14:creationId xmlns:p14="http://schemas.microsoft.com/office/powerpoint/2010/main" val="2026368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F94AC1C-9A34-4250-9083-8FA8AE7EE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829172"/>
              </p:ext>
            </p:extLst>
          </p:nvPr>
        </p:nvGraphicFramePr>
        <p:xfrm>
          <a:off x="1119188" y="1122363"/>
          <a:ext cx="9950448" cy="2266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612">
                  <a:extLst>
                    <a:ext uri="{9D8B030D-6E8A-4147-A177-3AD203B41FA5}">
                      <a16:colId xmlns:a16="http://schemas.microsoft.com/office/drawing/2014/main" val="2712577368"/>
                    </a:ext>
                  </a:extLst>
                </a:gridCol>
                <a:gridCol w="2487612">
                  <a:extLst>
                    <a:ext uri="{9D8B030D-6E8A-4147-A177-3AD203B41FA5}">
                      <a16:colId xmlns:a16="http://schemas.microsoft.com/office/drawing/2014/main" val="3934740612"/>
                    </a:ext>
                  </a:extLst>
                </a:gridCol>
                <a:gridCol w="2454483">
                  <a:extLst>
                    <a:ext uri="{9D8B030D-6E8A-4147-A177-3AD203B41FA5}">
                      <a16:colId xmlns:a16="http://schemas.microsoft.com/office/drawing/2014/main" val="4207946123"/>
                    </a:ext>
                  </a:extLst>
                </a:gridCol>
                <a:gridCol w="2520741">
                  <a:extLst>
                    <a:ext uri="{9D8B030D-6E8A-4147-A177-3AD203B41FA5}">
                      <a16:colId xmlns:a16="http://schemas.microsoft.com/office/drawing/2014/main" val="3698564077"/>
                    </a:ext>
                  </a:extLst>
                </a:gridCol>
              </a:tblGrid>
              <a:tr h="377825">
                <a:tc gridSpan="4">
                  <a:txBody>
                    <a:bodyPr/>
                    <a:lstStyle/>
                    <a:p>
                      <a:r>
                        <a:rPr lang="en-SG" sz="1700" dirty="0"/>
                        <a:t>ISP Router</a:t>
                      </a:r>
                    </a:p>
                  </a:txBody>
                  <a:tcPr marL="88244" marR="88244" marT="44122" marB="44122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510224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r>
                        <a:rPr lang="en-SG" sz="1700"/>
                        <a:t>Countries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/>
                        <a:t>Serial port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/>
                        <a:t>IP Address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Network address</a:t>
                      </a:r>
                    </a:p>
                  </a:txBody>
                  <a:tcPr marL="88244" marR="88244" marT="44122" marB="44122"/>
                </a:tc>
                <a:extLst>
                  <a:ext uri="{0D108BD9-81ED-4DB2-BD59-A6C34878D82A}">
                    <a16:rowId xmlns:a16="http://schemas.microsoft.com/office/drawing/2014/main" val="2835412086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r>
                        <a:rPr lang="en-SG" sz="1700"/>
                        <a:t>China to ISP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s0/3/0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1.0.0.2/30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1.0.0.0</a:t>
                      </a:r>
                    </a:p>
                  </a:txBody>
                  <a:tcPr marL="88244" marR="88244" marT="44122" marB="44122"/>
                </a:tc>
                <a:extLst>
                  <a:ext uri="{0D108BD9-81ED-4DB2-BD59-A6C34878D82A}">
                    <a16:rowId xmlns:a16="http://schemas.microsoft.com/office/drawing/2014/main" val="196793449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r>
                        <a:rPr lang="en-SG" sz="1700"/>
                        <a:t>India to ISP 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s0/2/1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2.0.0.2/30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2.0.0.0</a:t>
                      </a:r>
                    </a:p>
                  </a:txBody>
                  <a:tcPr marL="88244" marR="88244" marT="44122" marB="44122"/>
                </a:tc>
                <a:extLst>
                  <a:ext uri="{0D108BD9-81ED-4DB2-BD59-A6C34878D82A}">
                    <a16:rowId xmlns:a16="http://schemas.microsoft.com/office/drawing/2014/main" val="2707055537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r>
                        <a:rPr lang="en-SG" sz="1700"/>
                        <a:t>Singapore to ISP 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s0/3/1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3.0.0.2/30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3.0.0.0</a:t>
                      </a:r>
                    </a:p>
                  </a:txBody>
                  <a:tcPr marL="88244" marR="88244" marT="44122" marB="44122"/>
                </a:tc>
                <a:extLst>
                  <a:ext uri="{0D108BD9-81ED-4DB2-BD59-A6C34878D82A}">
                    <a16:rowId xmlns:a16="http://schemas.microsoft.com/office/drawing/2014/main" val="23692915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r>
                        <a:rPr lang="en-SG" sz="1700" dirty="0"/>
                        <a:t>United State to ISP 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s0/0/3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4.0.0.2/30</a:t>
                      </a:r>
                    </a:p>
                  </a:txBody>
                  <a:tcPr marL="88244" marR="88244" marT="44122" marB="44122"/>
                </a:tc>
                <a:tc>
                  <a:txBody>
                    <a:bodyPr/>
                    <a:lstStyle/>
                    <a:p>
                      <a:r>
                        <a:rPr lang="en-SG" sz="1700" dirty="0"/>
                        <a:t>4.0.0.0</a:t>
                      </a:r>
                    </a:p>
                  </a:txBody>
                  <a:tcPr marL="88244" marR="88244" marT="44122" marB="44122"/>
                </a:tc>
                <a:extLst>
                  <a:ext uri="{0D108BD9-81ED-4DB2-BD59-A6C34878D82A}">
                    <a16:rowId xmlns:a16="http://schemas.microsoft.com/office/drawing/2014/main" val="159603761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72CC6C-4D79-4CA4-B165-DB419C1C0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240586"/>
              </p:ext>
            </p:extLst>
          </p:nvPr>
        </p:nvGraphicFramePr>
        <p:xfrm>
          <a:off x="1119188" y="3459163"/>
          <a:ext cx="9950448" cy="2266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612">
                  <a:extLst>
                    <a:ext uri="{9D8B030D-6E8A-4147-A177-3AD203B41FA5}">
                      <a16:colId xmlns:a16="http://schemas.microsoft.com/office/drawing/2014/main" val="2712577368"/>
                    </a:ext>
                  </a:extLst>
                </a:gridCol>
                <a:gridCol w="2487612">
                  <a:extLst>
                    <a:ext uri="{9D8B030D-6E8A-4147-A177-3AD203B41FA5}">
                      <a16:colId xmlns:a16="http://schemas.microsoft.com/office/drawing/2014/main" val="3934740612"/>
                    </a:ext>
                  </a:extLst>
                </a:gridCol>
                <a:gridCol w="2487612">
                  <a:extLst>
                    <a:ext uri="{9D8B030D-6E8A-4147-A177-3AD203B41FA5}">
                      <a16:colId xmlns:a16="http://schemas.microsoft.com/office/drawing/2014/main" val="4207946123"/>
                    </a:ext>
                  </a:extLst>
                </a:gridCol>
                <a:gridCol w="2487612">
                  <a:extLst>
                    <a:ext uri="{9D8B030D-6E8A-4147-A177-3AD203B41FA5}">
                      <a16:colId xmlns:a16="http://schemas.microsoft.com/office/drawing/2014/main" val="3698564077"/>
                    </a:ext>
                  </a:extLst>
                </a:gridCol>
              </a:tblGrid>
              <a:tr h="566737">
                <a:tc gridSpan="4">
                  <a:txBody>
                    <a:bodyPr/>
                    <a:lstStyle/>
                    <a:p>
                      <a:r>
                        <a:rPr lang="en-SG" sz="1900" dirty="0"/>
                        <a:t>China Router</a:t>
                      </a:r>
                    </a:p>
                  </a:txBody>
                  <a:tcPr marL="94867" marR="94867" marT="47433" marB="47433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510224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r>
                        <a:rPr lang="en-SG" sz="1900"/>
                        <a:t>Countries</a:t>
                      </a:r>
                    </a:p>
                  </a:txBody>
                  <a:tcPr marL="94867" marR="94867" marT="47433" marB="47433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S</a:t>
                      </a:r>
                      <a:r>
                        <a:rPr lang="en-SG" sz="1900" dirty="0" err="1"/>
                        <a:t>erial</a:t>
                      </a:r>
                      <a:r>
                        <a:rPr lang="en-SG" sz="1900" dirty="0"/>
                        <a:t> Port</a:t>
                      </a:r>
                    </a:p>
                  </a:txBody>
                  <a:tcPr marL="94867" marR="94867" marT="47433" marB="4743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900" dirty="0"/>
                        <a:t>IP Address</a:t>
                      </a:r>
                    </a:p>
                  </a:txBody>
                  <a:tcPr marL="94867" marR="94867" marT="47433" marB="4743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900" dirty="0"/>
                        <a:t>Network address</a:t>
                      </a:r>
                    </a:p>
                  </a:txBody>
                  <a:tcPr marL="94867" marR="94867" marT="47433" marB="47433"/>
                </a:tc>
                <a:extLst>
                  <a:ext uri="{0D108BD9-81ED-4DB2-BD59-A6C34878D82A}">
                    <a16:rowId xmlns:a16="http://schemas.microsoft.com/office/drawing/2014/main" val="2835412086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r>
                        <a:rPr lang="en-SG" sz="1900" dirty="0"/>
                        <a:t>Gateway</a:t>
                      </a:r>
                    </a:p>
                  </a:txBody>
                  <a:tcPr marL="94867" marR="94867" marT="47433" marB="47433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s0/3/0</a:t>
                      </a:r>
                    </a:p>
                  </a:txBody>
                  <a:tcPr marL="94867" marR="94867" marT="47433" marB="47433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10.17.0.1</a:t>
                      </a:r>
                    </a:p>
                  </a:txBody>
                  <a:tcPr marL="94867" marR="94867" marT="47433" marB="47433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10.17.0.0</a:t>
                      </a:r>
                    </a:p>
                  </a:txBody>
                  <a:tcPr marL="94867" marR="94867" marT="47433" marB="47433"/>
                </a:tc>
                <a:extLst>
                  <a:ext uri="{0D108BD9-81ED-4DB2-BD59-A6C34878D82A}">
                    <a16:rowId xmlns:a16="http://schemas.microsoft.com/office/drawing/2014/main" val="1967934490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r>
                        <a:rPr lang="en-SG" sz="1900"/>
                        <a:t>China to ISP</a:t>
                      </a:r>
                    </a:p>
                  </a:txBody>
                  <a:tcPr marL="94867" marR="94867" marT="47433" marB="47433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s0/3/0</a:t>
                      </a:r>
                    </a:p>
                  </a:txBody>
                  <a:tcPr marL="94867" marR="94867" marT="47433" marB="47433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1.0.0.1/30</a:t>
                      </a:r>
                    </a:p>
                  </a:txBody>
                  <a:tcPr marL="94867" marR="94867" marT="47433" marB="47433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1.0.0.0</a:t>
                      </a:r>
                    </a:p>
                  </a:txBody>
                  <a:tcPr marL="94867" marR="94867" marT="47433" marB="47433"/>
                </a:tc>
                <a:extLst>
                  <a:ext uri="{0D108BD9-81ED-4DB2-BD59-A6C34878D82A}">
                    <a16:rowId xmlns:a16="http://schemas.microsoft.com/office/drawing/2014/main" val="2707055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3562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16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18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20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1CE00FB8-9160-46D9-9BF8-E4D99D345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602959"/>
              </p:ext>
            </p:extLst>
          </p:nvPr>
        </p:nvGraphicFramePr>
        <p:xfrm>
          <a:off x="1119188" y="1122363"/>
          <a:ext cx="9950448" cy="2266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612">
                  <a:extLst>
                    <a:ext uri="{9D8B030D-6E8A-4147-A177-3AD203B41FA5}">
                      <a16:colId xmlns:a16="http://schemas.microsoft.com/office/drawing/2014/main" val="2712577368"/>
                    </a:ext>
                  </a:extLst>
                </a:gridCol>
                <a:gridCol w="2487612">
                  <a:extLst>
                    <a:ext uri="{9D8B030D-6E8A-4147-A177-3AD203B41FA5}">
                      <a16:colId xmlns:a16="http://schemas.microsoft.com/office/drawing/2014/main" val="3934740612"/>
                    </a:ext>
                  </a:extLst>
                </a:gridCol>
                <a:gridCol w="2487612">
                  <a:extLst>
                    <a:ext uri="{9D8B030D-6E8A-4147-A177-3AD203B41FA5}">
                      <a16:colId xmlns:a16="http://schemas.microsoft.com/office/drawing/2014/main" val="4207946123"/>
                    </a:ext>
                  </a:extLst>
                </a:gridCol>
                <a:gridCol w="2487612">
                  <a:extLst>
                    <a:ext uri="{9D8B030D-6E8A-4147-A177-3AD203B41FA5}">
                      <a16:colId xmlns:a16="http://schemas.microsoft.com/office/drawing/2014/main" val="3698564077"/>
                    </a:ext>
                  </a:extLst>
                </a:gridCol>
              </a:tblGrid>
              <a:tr h="566737">
                <a:tc gridSpan="4">
                  <a:txBody>
                    <a:bodyPr/>
                    <a:lstStyle/>
                    <a:p>
                      <a:r>
                        <a:rPr lang="en-SG" sz="1900"/>
                        <a:t>India Router</a:t>
                      </a:r>
                    </a:p>
                  </a:txBody>
                  <a:tcPr marL="94866" marR="94866" marT="47434" marB="47434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510224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r>
                        <a:rPr lang="en-SG" sz="1900"/>
                        <a:t>Countries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Serial Port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900"/>
                        <a:t>IP Address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900"/>
                        <a:t>Network address</a:t>
                      </a:r>
                    </a:p>
                  </a:txBody>
                  <a:tcPr marL="94866" marR="94866" marT="47434" marB="47434"/>
                </a:tc>
                <a:extLst>
                  <a:ext uri="{0D108BD9-81ED-4DB2-BD59-A6C34878D82A}">
                    <a16:rowId xmlns:a16="http://schemas.microsoft.com/office/drawing/2014/main" val="2835412086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r>
                        <a:rPr lang="en-SG" sz="1900" dirty="0"/>
                        <a:t>Gateway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s0/2/1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10.17.32.1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SG" sz="1900" b="0" i="0" u="none" strike="noStrike" noProof="0">
                          <a:latin typeface="Calibri"/>
                        </a:rPr>
                        <a:t>10.17.32.0</a:t>
                      </a:r>
                      <a:endParaRPr lang="en-US" sz="1600"/>
                    </a:p>
                  </a:txBody>
                  <a:tcPr marL="94866" marR="94866" marT="47434" marB="47434"/>
                </a:tc>
                <a:extLst>
                  <a:ext uri="{0D108BD9-81ED-4DB2-BD59-A6C34878D82A}">
                    <a16:rowId xmlns:a16="http://schemas.microsoft.com/office/drawing/2014/main" val="1967934490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SG" sz="1900"/>
                        <a:t>India to ISP 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s0/2/1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2.0.0.1/30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2.0.0.0</a:t>
                      </a:r>
                    </a:p>
                  </a:txBody>
                  <a:tcPr marL="94866" marR="94866" marT="47434" marB="47434"/>
                </a:tc>
                <a:extLst>
                  <a:ext uri="{0D108BD9-81ED-4DB2-BD59-A6C34878D82A}">
                    <a16:rowId xmlns:a16="http://schemas.microsoft.com/office/drawing/2014/main" val="2707055537"/>
                  </a:ext>
                </a:extLst>
              </a:tr>
            </a:tbl>
          </a:graphicData>
        </a:graphic>
      </p:graphicFrame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16B28500-8121-4939-A655-5816F193A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78627"/>
              </p:ext>
            </p:extLst>
          </p:nvPr>
        </p:nvGraphicFramePr>
        <p:xfrm>
          <a:off x="1119188" y="3459163"/>
          <a:ext cx="9950448" cy="2266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612">
                  <a:extLst>
                    <a:ext uri="{9D8B030D-6E8A-4147-A177-3AD203B41FA5}">
                      <a16:colId xmlns:a16="http://schemas.microsoft.com/office/drawing/2014/main" val="2712577368"/>
                    </a:ext>
                  </a:extLst>
                </a:gridCol>
                <a:gridCol w="2487612">
                  <a:extLst>
                    <a:ext uri="{9D8B030D-6E8A-4147-A177-3AD203B41FA5}">
                      <a16:colId xmlns:a16="http://schemas.microsoft.com/office/drawing/2014/main" val="3934740612"/>
                    </a:ext>
                  </a:extLst>
                </a:gridCol>
                <a:gridCol w="2487612">
                  <a:extLst>
                    <a:ext uri="{9D8B030D-6E8A-4147-A177-3AD203B41FA5}">
                      <a16:colId xmlns:a16="http://schemas.microsoft.com/office/drawing/2014/main" val="4207946123"/>
                    </a:ext>
                  </a:extLst>
                </a:gridCol>
                <a:gridCol w="2487612">
                  <a:extLst>
                    <a:ext uri="{9D8B030D-6E8A-4147-A177-3AD203B41FA5}">
                      <a16:colId xmlns:a16="http://schemas.microsoft.com/office/drawing/2014/main" val="3698564077"/>
                    </a:ext>
                  </a:extLst>
                </a:gridCol>
              </a:tblGrid>
              <a:tr h="453390">
                <a:tc gridSpan="4">
                  <a:txBody>
                    <a:bodyPr/>
                    <a:lstStyle/>
                    <a:p>
                      <a:r>
                        <a:rPr lang="en-SG" sz="1900"/>
                        <a:t>Singapore Router</a:t>
                      </a:r>
                    </a:p>
                  </a:txBody>
                  <a:tcPr marL="94866" marR="94866" marT="47434" marB="47434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510224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r>
                        <a:rPr lang="en-SG" sz="1900"/>
                        <a:t>Countries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Serial Port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900"/>
                        <a:t>IP Address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900"/>
                        <a:t>Network address</a:t>
                      </a:r>
                    </a:p>
                  </a:txBody>
                  <a:tcPr marL="94866" marR="94866" marT="47434" marB="47434"/>
                </a:tc>
                <a:extLst>
                  <a:ext uri="{0D108BD9-81ED-4DB2-BD59-A6C34878D82A}">
                    <a16:rowId xmlns:a16="http://schemas.microsoft.com/office/drawing/2014/main" val="2835412086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r>
                        <a:rPr lang="en-SG" sz="1900"/>
                        <a:t>Gateway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SG" sz="1900"/>
                        <a:t>s0/3/1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10.17.64.1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10.17.64.0</a:t>
                      </a:r>
                    </a:p>
                  </a:txBody>
                  <a:tcPr marL="94866" marR="94866" marT="47434" marB="47434"/>
                </a:tc>
                <a:extLst>
                  <a:ext uri="{0D108BD9-81ED-4DB2-BD59-A6C34878D82A}">
                    <a16:rowId xmlns:a16="http://schemas.microsoft.com/office/drawing/2014/main" val="1967934490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r>
                        <a:rPr lang="en-SG" sz="1900"/>
                        <a:t>Gateway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s0/3/1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10.17.128.1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10.17.128.0</a:t>
                      </a:r>
                    </a:p>
                  </a:txBody>
                  <a:tcPr marL="94866" marR="94866" marT="47434" marB="47434"/>
                </a:tc>
                <a:extLst>
                  <a:ext uri="{0D108BD9-81ED-4DB2-BD59-A6C34878D82A}">
                    <a16:rowId xmlns:a16="http://schemas.microsoft.com/office/drawing/2014/main" val="2707055537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SG" sz="1900"/>
                        <a:t>Singapore to ISP 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s0/3/1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3.0.0.1/30</a:t>
                      </a:r>
                    </a:p>
                  </a:txBody>
                  <a:tcPr marL="94866" marR="94866" marT="47434" marB="47434"/>
                </a:tc>
                <a:tc>
                  <a:txBody>
                    <a:bodyPr/>
                    <a:lstStyle/>
                    <a:p>
                      <a:r>
                        <a:rPr lang="en-SG" sz="1900" dirty="0"/>
                        <a:t>3.0.0.0</a:t>
                      </a:r>
                    </a:p>
                  </a:txBody>
                  <a:tcPr marL="94866" marR="94866" marT="47434" marB="47434"/>
                </a:tc>
                <a:extLst>
                  <a:ext uri="{0D108BD9-81ED-4DB2-BD59-A6C34878D82A}">
                    <a16:rowId xmlns:a16="http://schemas.microsoft.com/office/drawing/2014/main" val="236929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692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8F02-5C6F-4CC9-845A-4D3D7DFC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Types of static routing protocol used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DEB43-8F61-4646-9015-8F0789061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cs typeface="Calibri"/>
              </a:rPr>
              <a:t>For all routers, we configured directly attached static route from each router to the other.</a:t>
            </a:r>
          </a:p>
          <a:p>
            <a:r>
              <a:rPr lang="en-US" sz="2200" dirty="0">
                <a:cs typeface="Calibri"/>
              </a:rPr>
              <a:t>From China Router, we connected it to the India router's IP Address and used China Router's serial port as the exit interface.</a:t>
            </a:r>
          </a:p>
          <a:p>
            <a:r>
              <a:rPr lang="en-US" sz="2200" dirty="0">
                <a:cs typeface="Calibri"/>
              </a:rPr>
              <a:t>We then repeated the steps for India and Singapore routers.</a:t>
            </a:r>
          </a:p>
          <a:p>
            <a:r>
              <a:rPr lang="en-US" sz="2200" dirty="0">
                <a:cs typeface="Calibri"/>
              </a:rPr>
              <a:t>We also used the encapsulation and </a:t>
            </a:r>
            <a:r>
              <a:rPr lang="en-US" sz="2200" dirty="0" err="1">
                <a:cs typeface="Calibri"/>
              </a:rPr>
              <a:t>trunking</a:t>
            </a:r>
            <a:r>
              <a:rPr lang="en-US" sz="2200" dirty="0">
                <a:cs typeface="Calibri"/>
              </a:rPr>
              <a:t> method for the Singapore network and created VLANS for the Singapore devices.</a:t>
            </a:r>
          </a:p>
          <a:p>
            <a:r>
              <a:rPr lang="en-US" sz="2200" dirty="0">
                <a:cs typeface="Calibri"/>
              </a:rPr>
              <a:t>Assumptions made were:</a:t>
            </a:r>
          </a:p>
          <a:p>
            <a:pPr lvl="1"/>
            <a:r>
              <a:rPr lang="en-US" sz="1800" dirty="0">
                <a:cs typeface="Calibri"/>
              </a:rPr>
              <a:t>The assigned IP Address were all assumed, based on the IP addressing table</a:t>
            </a:r>
          </a:p>
        </p:txBody>
      </p:sp>
    </p:spTree>
    <p:extLst>
      <p:ext uri="{BB962C8B-B14F-4D97-AF65-F5344CB8AC3E}">
        <p14:creationId xmlns:p14="http://schemas.microsoft.com/office/powerpoint/2010/main" val="319284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F7E5C569B40F459B57BB7C6F0D408D" ma:contentTypeVersion="8" ma:contentTypeDescription="Create a new document." ma:contentTypeScope="" ma:versionID="1541fc9fd91476044e1e378359078ee4">
  <xsd:schema xmlns:xsd="http://www.w3.org/2001/XMLSchema" xmlns:xs="http://www.w3.org/2001/XMLSchema" xmlns:p="http://schemas.microsoft.com/office/2006/metadata/properties" xmlns:ns2="7a6baa61-3174-4382-aa1e-f35c22d85b52" targetNamespace="http://schemas.microsoft.com/office/2006/metadata/properties" ma:root="true" ma:fieldsID="35657c60c58cc4e6e478ac665cded9c1" ns2:_="">
    <xsd:import namespace="7a6baa61-3174-4382-aa1e-f35c22d85b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baa61-3174-4382-aa1e-f35c22d85b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DEB887-B5BA-4CA9-8FCA-779A24EA36C9}">
  <ds:schemaRefs>
    <ds:schemaRef ds:uri="7a6baa61-3174-4382-aa1e-f35c22d85b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2A8471-1E90-461C-A7B5-BF4CCD6DB28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FF02C8D-41E1-4597-9F66-8523013154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333</Words>
  <Application>Microsoft Office PowerPoint</Application>
  <PresentationFormat>Widescreen</PresentationFormat>
  <Paragraphs>90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NETY Project</vt:lpstr>
      <vt:lpstr>Overview of Network Topology</vt:lpstr>
      <vt:lpstr>Configurations for China Router (static)</vt:lpstr>
      <vt:lpstr>Configurations for China Router (g0/1)</vt:lpstr>
      <vt:lpstr>Configurations for China Router (s0/3/0)</vt:lpstr>
      <vt:lpstr>Configurations for India Router (static)</vt:lpstr>
      <vt:lpstr>Configurations for India Router  (s0/2/1)</vt:lpstr>
      <vt:lpstr>Configurations for Singapore Router (static)</vt:lpstr>
      <vt:lpstr>Configurations for Singapore Router (s0/3/1)</vt:lpstr>
      <vt:lpstr>Configurations for Singapore Switch (Switch 1 VLAN)</vt:lpstr>
      <vt:lpstr>Configurations for Singapore Switch (Switch 2 VLAN)</vt:lpstr>
      <vt:lpstr>Configurations for Singapore Server</vt:lpstr>
      <vt:lpstr>Configurations for ISP Router (static)</vt:lpstr>
      <vt:lpstr>Configurations for ISP Router (s0/3/0, ISP to China)</vt:lpstr>
      <vt:lpstr>Configurations for ISP Router (0/2/1, ISP to India)</vt:lpstr>
      <vt:lpstr>Configurations for ISP Router (s0/3/1, ISP to Singapore)</vt:lpstr>
      <vt:lpstr>IP Addressing Table</vt:lpstr>
      <vt:lpstr>PowerPoint Presentation</vt:lpstr>
      <vt:lpstr>PowerPoint Presentation</vt:lpstr>
      <vt:lpstr>Types of static routing protocol used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twittleford benedict</dc:creator>
  <cp:lastModifiedBy>ISAAC TAN (CHEN EN)</cp:lastModifiedBy>
  <cp:revision>80</cp:revision>
  <dcterms:created xsi:type="dcterms:W3CDTF">2021-08-03T07:50:41Z</dcterms:created>
  <dcterms:modified xsi:type="dcterms:W3CDTF">2021-08-10T07:56:19Z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0x010100CAF7E5C569B40F459B57BB7C6F0D408D</vt:lpwstr>
  </property>
</Properties>
</file>