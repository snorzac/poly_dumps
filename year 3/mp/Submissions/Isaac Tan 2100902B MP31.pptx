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397" r:id="rId6"/>
    <p:sldId id="398" r:id="rId7"/>
    <p:sldId id="394" r:id="rId8"/>
    <p:sldId id="399" r:id="rId9"/>
  </p:sldIdLst>
  <p:sldSz cx="9906000" cy="6858000" type="A4"/>
  <p:notesSz cx="7010400" cy="9296400"/>
  <p:defaultTextStyle>
    <a:defPPr>
      <a:defRPr lang="en-US"/>
    </a:defPPr>
    <a:lvl1pPr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56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28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00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72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0C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3264A-31B5-2DF4-7837-9ECBE54F4731}" v="178" dt="2024-02-15T04:41:24.704"/>
    <p1510:client id="{30744A07-E56A-DCFA-6FFE-29D96AFF317D}" v="29" dt="2024-02-15T07:20:54.409"/>
    <p1510:client id="{579C3846-8AD7-6C08-89BB-73DE690A394D}" v="3" dt="2024-02-15T07:39:28.423"/>
    <p1510:client id="{A9E8DEAA-5069-0251-F374-3E86F05BEB82}" v="131" dt="2024-02-15T07:40:15.543"/>
    <p1510:client id="{AD872BAA-182A-87E6-5A03-EE66D9B8CE27}" v="47" dt="2024-02-15T07:27:40.494"/>
    <p1510:client id="{B5DD708A-3D08-AC72-CF4F-70F626354793}" v="29" dt="2024-02-15T04:00:24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284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Tan" userId="dbab5342b76938bf" providerId="LiveId" clId="{4EC05A82-E5EA-4379-846E-0ABC412930DB}"/>
    <pc:docChg chg="undo custSel addSld delSld modSld sldOrd">
      <pc:chgData name="Isaac Tan" userId="dbab5342b76938bf" providerId="LiveId" clId="{4EC05A82-E5EA-4379-846E-0ABC412930DB}" dt="2024-02-15T18:10:09.091" v="649" actId="47"/>
      <pc:docMkLst>
        <pc:docMk/>
      </pc:docMkLst>
      <pc:sldChg chg="modSp mod">
        <pc:chgData name="Isaac Tan" userId="dbab5342b76938bf" providerId="LiveId" clId="{4EC05A82-E5EA-4379-846E-0ABC412930DB}" dt="2024-02-15T17:16:28.333" v="502" actId="20577"/>
        <pc:sldMkLst>
          <pc:docMk/>
          <pc:sldMk cId="0" sldId="256"/>
        </pc:sldMkLst>
        <pc:spChg chg="mod">
          <ac:chgData name="Isaac Tan" userId="dbab5342b76938bf" providerId="LiveId" clId="{4EC05A82-E5EA-4379-846E-0ABC412930DB}" dt="2024-02-15T08:06:14.011" v="13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Isaac Tan" userId="dbab5342b76938bf" providerId="LiveId" clId="{4EC05A82-E5EA-4379-846E-0ABC412930DB}" dt="2024-02-15T17:16:28.333" v="502" actId="20577"/>
          <ac:spMkLst>
            <pc:docMk/>
            <pc:sldMk cId="0" sldId="256"/>
            <ac:spMk id="2053" creationId="{00000000-0000-0000-0000-000000000000}"/>
          </ac:spMkLst>
        </pc:spChg>
      </pc:sldChg>
      <pc:sldChg chg="modSp del mod">
        <pc:chgData name="Isaac Tan" userId="dbab5342b76938bf" providerId="LiveId" clId="{4EC05A82-E5EA-4379-846E-0ABC412930DB}" dt="2024-02-15T15:35:04.533" v="75" actId="47"/>
        <pc:sldMkLst>
          <pc:docMk/>
          <pc:sldMk cId="1158213449" sldId="391"/>
        </pc:sldMkLst>
        <pc:spChg chg="mod">
          <ac:chgData name="Isaac Tan" userId="dbab5342b76938bf" providerId="LiveId" clId="{4EC05A82-E5EA-4379-846E-0ABC412930DB}" dt="2024-02-15T15:24:09.062" v="42" actId="20577"/>
          <ac:spMkLst>
            <pc:docMk/>
            <pc:sldMk cId="1158213449" sldId="391"/>
            <ac:spMk id="5" creationId="{00000000-0000-0000-0000-000000000000}"/>
          </ac:spMkLst>
        </pc:spChg>
      </pc:sldChg>
      <pc:sldChg chg="modSp del mod ord">
        <pc:chgData name="Isaac Tan" userId="dbab5342b76938bf" providerId="LiveId" clId="{4EC05A82-E5EA-4379-846E-0ABC412930DB}" dt="2024-02-15T15:58:44.717" v="330" actId="47"/>
        <pc:sldMkLst>
          <pc:docMk/>
          <pc:sldMk cId="359505015" sldId="393"/>
        </pc:sldMkLst>
        <pc:spChg chg="mod">
          <ac:chgData name="Isaac Tan" userId="dbab5342b76938bf" providerId="LiveId" clId="{4EC05A82-E5EA-4379-846E-0ABC412930DB}" dt="2024-02-15T15:58:43.178" v="329" actId="20577"/>
          <ac:spMkLst>
            <pc:docMk/>
            <pc:sldMk cId="359505015" sldId="393"/>
            <ac:spMk id="5" creationId="{00000000-0000-0000-0000-000000000000}"/>
          </ac:spMkLst>
        </pc:spChg>
      </pc:sldChg>
      <pc:sldChg chg="addSp modSp mod ord">
        <pc:chgData name="Isaac Tan" userId="dbab5342b76938bf" providerId="LiveId" clId="{4EC05A82-E5EA-4379-846E-0ABC412930DB}" dt="2024-02-15T18:05:58.230" v="648" actId="20577"/>
        <pc:sldMkLst>
          <pc:docMk/>
          <pc:sldMk cId="3773782979" sldId="394"/>
        </pc:sldMkLst>
        <pc:spChg chg="mod">
          <ac:chgData name="Isaac Tan" userId="dbab5342b76938bf" providerId="LiveId" clId="{4EC05A82-E5EA-4379-846E-0ABC412930DB}" dt="2024-02-15T17:58:38.943" v="542" actId="20577"/>
          <ac:spMkLst>
            <pc:docMk/>
            <pc:sldMk cId="3773782979" sldId="394"/>
            <ac:spMk id="4" creationId="{00000000-0000-0000-0000-000000000000}"/>
          </ac:spMkLst>
        </pc:spChg>
        <pc:spChg chg="mod">
          <ac:chgData name="Isaac Tan" userId="dbab5342b76938bf" providerId="LiveId" clId="{4EC05A82-E5EA-4379-846E-0ABC412930DB}" dt="2024-02-15T18:05:58.230" v="648" actId="20577"/>
          <ac:spMkLst>
            <pc:docMk/>
            <pc:sldMk cId="3773782979" sldId="394"/>
            <ac:spMk id="5" creationId="{00000000-0000-0000-0000-000000000000}"/>
          </ac:spMkLst>
        </pc:spChg>
        <pc:picChg chg="add mod">
          <ac:chgData name="Isaac Tan" userId="dbab5342b76938bf" providerId="LiveId" clId="{4EC05A82-E5EA-4379-846E-0ABC412930DB}" dt="2024-02-15T17:58:43.357" v="544"/>
          <ac:picMkLst>
            <pc:docMk/>
            <pc:sldMk cId="3773782979" sldId="394"/>
            <ac:picMk id="2" creationId="{00BFA8B5-0189-E106-273B-66AB22255756}"/>
          </ac:picMkLst>
        </pc:picChg>
        <pc:picChg chg="add mod">
          <ac:chgData name="Isaac Tan" userId="dbab5342b76938bf" providerId="LiveId" clId="{4EC05A82-E5EA-4379-846E-0ABC412930DB}" dt="2024-02-15T17:58:45.606" v="545"/>
          <ac:picMkLst>
            <pc:docMk/>
            <pc:sldMk cId="3773782979" sldId="394"/>
            <ac:picMk id="3" creationId="{ABE355CB-EDFF-1ED4-0FD3-4895A8D9D1E5}"/>
          </ac:picMkLst>
        </pc:picChg>
      </pc:sldChg>
      <pc:sldChg chg="modSp del">
        <pc:chgData name="Isaac Tan" userId="dbab5342b76938bf" providerId="LiveId" clId="{4EC05A82-E5EA-4379-846E-0ABC412930DB}" dt="2024-02-15T15:35:04.533" v="75" actId="47"/>
        <pc:sldMkLst>
          <pc:docMk/>
          <pc:sldMk cId="3034579732" sldId="395"/>
        </pc:sldMkLst>
        <pc:spChg chg="mod">
          <ac:chgData name="Isaac Tan" userId="dbab5342b76938bf" providerId="LiveId" clId="{4EC05A82-E5EA-4379-846E-0ABC412930DB}" dt="2024-02-15T10:48:40.340" v="33" actId="20578"/>
          <ac:spMkLst>
            <pc:docMk/>
            <pc:sldMk cId="3034579732" sldId="395"/>
            <ac:spMk id="5" creationId="{00000000-0000-0000-0000-000000000000}"/>
          </ac:spMkLst>
        </pc:spChg>
      </pc:sldChg>
      <pc:sldChg chg="addSp delSp modSp add del mod">
        <pc:chgData name="Isaac Tan" userId="dbab5342b76938bf" providerId="LiveId" clId="{4EC05A82-E5EA-4379-846E-0ABC412930DB}" dt="2024-02-15T18:10:09.091" v="649" actId="47"/>
        <pc:sldMkLst>
          <pc:docMk/>
          <pc:sldMk cId="4092409083" sldId="396"/>
        </pc:sldMkLst>
        <pc:spChg chg="add del mod">
          <ac:chgData name="Isaac Tan" userId="dbab5342b76938bf" providerId="LiveId" clId="{4EC05A82-E5EA-4379-846E-0ABC412930DB}" dt="2024-02-15T10:34:49.134" v="21"/>
          <ac:spMkLst>
            <pc:docMk/>
            <pc:sldMk cId="4092409083" sldId="396"/>
            <ac:spMk id="2" creationId="{A7864D7D-4143-E50C-FD9A-83115D37D159}"/>
          </ac:spMkLst>
        </pc:spChg>
        <pc:spChg chg="add mod">
          <ac:chgData name="Isaac Tan" userId="dbab5342b76938bf" providerId="LiveId" clId="{4EC05A82-E5EA-4379-846E-0ABC412930DB}" dt="2024-02-15T17:35:57.429" v="511" actId="14100"/>
          <ac:spMkLst>
            <pc:docMk/>
            <pc:sldMk cId="4092409083" sldId="396"/>
            <ac:spMk id="3" creationId="{B203038A-833F-8503-968C-F21DE47D7795}"/>
          </ac:spMkLst>
        </pc:spChg>
        <pc:spChg chg="mod">
          <ac:chgData name="Isaac Tan" userId="dbab5342b76938bf" providerId="LiveId" clId="{4EC05A82-E5EA-4379-846E-0ABC412930DB}" dt="2024-02-15T10:37:12.040" v="31" actId="20577"/>
          <ac:spMkLst>
            <pc:docMk/>
            <pc:sldMk cId="4092409083" sldId="396"/>
            <ac:spMk id="4" creationId="{8C8E58BB-2321-DC8B-909D-3B009EB92860}"/>
          </ac:spMkLst>
        </pc:spChg>
        <pc:spChg chg="del mod">
          <ac:chgData name="Isaac Tan" userId="dbab5342b76938bf" providerId="LiveId" clId="{4EC05A82-E5EA-4379-846E-0ABC412930DB}" dt="2024-02-15T10:34:34.478" v="16"/>
          <ac:spMkLst>
            <pc:docMk/>
            <pc:sldMk cId="4092409083" sldId="396"/>
            <ac:spMk id="5" creationId="{CA2DAD47-E21E-B56F-9C52-C5C3E34D2A3B}"/>
          </ac:spMkLst>
        </pc:spChg>
        <pc:spChg chg="add">
          <ac:chgData name="Isaac Tan" userId="dbab5342b76938bf" providerId="LiveId" clId="{4EC05A82-E5EA-4379-846E-0ABC412930DB}" dt="2024-02-15T17:35:59.046" v="512"/>
          <ac:spMkLst>
            <pc:docMk/>
            <pc:sldMk cId="4092409083" sldId="396"/>
            <ac:spMk id="6" creationId="{339DFB00-BBDD-5B72-3C50-FF7A5BC00D32}"/>
          </ac:spMkLst>
        </pc:spChg>
        <pc:picChg chg="add del mod">
          <ac:chgData name="Isaac Tan" userId="dbab5342b76938bf" providerId="LiveId" clId="{4EC05A82-E5EA-4379-846E-0ABC412930DB}" dt="2024-02-15T10:34:46.362" v="19" actId="478"/>
          <ac:picMkLst>
            <pc:docMk/>
            <pc:sldMk cId="4092409083" sldId="396"/>
            <ac:picMk id="1026" creationId="{ED164E8F-B078-AB75-6EE2-6AB349EE51D5}"/>
          </ac:picMkLst>
        </pc:picChg>
        <pc:picChg chg="add">
          <ac:chgData name="Isaac Tan" userId="dbab5342b76938bf" providerId="LiveId" clId="{4EC05A82-E5EA-4379-846E-0ABC412930DB}" dt="2024-02-15T10:34:46.648" v="20"/>
          <ac:picMkLst>
            <pc:docMk/>
            <pc:sldMk cId="4092409083" sldId="396"/>
            <ac:picMk id="1028" creationId="{34B61A14-3FEE-C356-21C9-38F018D5C4A7}"/>
          </ac:picMkLst>
        </pc:picChg>
        <pc:picChg chg="add mod">
          <ac:chgData name="Isaac Tan" userId="dbab5342b76938bf" providerId="LiveId" clId="{4EC05A82-E5EA-4379-846E-0ABC412930DB}" dt="2024-02-15T17:58:28.961" v="519" actId="1076"/>
          <ac:picMkLst>
            <pc:docMk/>
            <pc:sldMk cId="4092409083" sldId="396"/>
            <ac:picMk id="1030" creationId="{8FFBBD47-CB16-278F-E9A6-CA5A5C0D0522}"/>
          </ac:picMkLst>
        </pc:picChg>
        <pc:picChg chg="add mod">
          <ac:chgData name="Isaac Tan" userId="dbab5342b76938bf" providerId="LiveId" clId="{4EC05A82-E5EA-4379-846E-0ABC412930DB}" dt="2024-02-15T17:58:30.356" v="520" actId="1076"/>
          <ac:picMkLst>
            <pc:docMk/>
            <pc:sldMk cId="4092409083" sldId="396"/>
            <ac:picMk id="1032" creationId="{63B8C354-E1EB-FC5B-10A9-638FA2C214C0}"/>
          </ac:picMkLst>
        </pc:picChg>
        <pc:picChg chg="add del mod">
          <ac:chgData name="Isaac Tan" userId="dbab5342b76938bf" providerId="LiveId" clId="{4EC05A82-E5EA-4379-846E-0ABC412930DB}" dt="2024-02-15T17:36:01.071" v="513" actId="478"/>
          <ac:picMkLst>
            <pc:docMk/>
            <pc:sldMk cId="4092409083" sldId="396"/>
            <ac:picMk id="1034" creationId="{13911FCE-2F51-9911-7C9E-1FA9D728FBFE}"/>
          </ac:picMkLst>
        </pc:picChg>
      </pc:sldChg>
      <pc:sldChg chg="addSp delSp modSp add mod delAnim modAnim">
        <pc:chgData name="Isaac Tan" userId="dbab5342b76938bf" providerId="LiveId" clId="{4EC05A82-E5EA-4379-846E-0ABC412930DB}" dt="2024-02-15T17:08:13.687" v="453" actId="21"/>
        <pc:sldMkLst>
          <pc:docMk/>
          <pc:sldMk cId="3626721721" sldId="397"/>
        </pc:sldMkLst>
        <pc:spChg chg="del mod">
          <ac:chgData name="Isaac Tan" userId="dbab5342b76938bf" providerId="LiveId" clId="{4EC05A82-E5EA-4379-846E-0ABC412930DB}" dt="2024-02-15T15:32:19.257" v="53" actId="478"/>
          <ac:spMkLst>
            <pc:docMk/>
            <pc:sldMk cId="3626721721" sldId="397"/>
            <ac:spMk id="5" creationId="{D17319D7-FBD8-CADB-3864-27CA5D89B002}"/>
          </ac:spMkLst>
        </pc:spChg>
        <pc:spChg chg="add del mod">
          <ac:chgData name="Isaac Tan" userId="dbab5342b76938bf" providerId="LiveId" clId="{4EC05A82-E5EA-4379-846E-0ABC412930DB}" dt="2024-02-15T15:32:22.173" v="54" actId="478"/>
          <ac:spMkLst>
            <pc:docMk/>
            <pc:sldMk cId="3626721721" sldId="397"/>
            <ac:spMk id="6" creationId="{0BEAC699-36B1-E402-116A-9B1877A42FCD}"/>
          </ac:spMkLst>
        </pc:spChg>
        <pc:picChg chg="add mod">
          <ac:chgData name="Isaac Tan" userId="dbab5342b76938bf" providerId="LiveId" clId="{4EC05A82-E5EA-4379-846E-0ABC412930DB}" dt="2024-02-15T15:32:52.017" v="71" actId="1076"/>
          <ac:picMkLst>
            <pc:docMk/>
            <pc:sldMk cId="3626721721" sldId="397"/>
            <ac:picMk id="3" creationId="{CFBE19EC-9BD0-EEA3-0325-00E0C310D7D6}"/>
          </ac:picMkLst>
        </pc:picChg>
        <pc:picChg chg="add del">
          <ac:chgData name="Isaac Tan" userId="dbab5342b76938bf" providerId="LiveId" clId="{4EC05A82-E5EA-4379-846E-0ABC412930DB}" dt="2024-02-15T15:33:32.769" v="74" actId="478"/>
          <ac:picMkLst>
            <pc:docMk/>
            <pc:sldMk cId="3626721721" sldId="397"/>
            <ac:picMk id="8" creationId="{D3850597-B68E-E0A5-AA90-7EEA57B3113E}"/>
          </ac:picMkLst>
        </pc:picChg>
        <pc:picChg chg="add del mod">
          <ac:chgData name="Isaac Tan" userId="dbab5342b76938bf" providerId="LiveId" clId="{4EC05A82-E5EA-4379-846E-0ABC412930DB}" dt="2024-02-15T17:08:13.687" v="453" actId="21"/>
          <ac:picMkLst>
            <pc:docMk/>
            <pc:sldMk cId="3626721721" sldId="397"/>
            <ac:picMk id="10" creationId="{FAEF7645-728A-8839-D332-B058E60E1320}"/>
          </ac:picMkLst>
        </pc:picChg>
        <pc:picChg chg="add del mod">
          <ac:chgData name="Isaac Tan" userId="dbab5342b76938bf" providerId="LiveId" clId="{4EC05A82-E5EA-4379-846E-0ABC412930DB}" dt="2024-02-15T15:32:19.257" v="53" actId="478"/>
          <ac:picMkLst>
            <pc:docMk/>
            <pc:sldMk cId="3626721721" sldId="397"/>
            <ac:picMk id="2050" creationId="{FC9A9538-AF51-1635-ACAB-E67EAF9A5BE7}"/>
          </ac:picMkLst>
        </pc:picChg>
        <pc:picChg chg="add mod">
          <ac:chgData name="Isaac Tan" userId="dbab5342b76938bf" providerId="LiveId" clId="{4EC05A82-E5EA-4379-846E-0ABC412930DB}" dt="2024-02-15T15:32:50.160" v="70" actId="166"/>
          <ac:picMkLst>
            <pc:docMk/>
            <pc:sldMk cId="3626721721" sldId="397"/>
            <ac:picMk id="2052" creationId="{302AB2F5-CDCE-3375-DEA8-42BAC1869D85}"/>
          </ac:picMkLst>
        </pc:picChg>
        <pc:picChg chg="add mod">
          <ac:chgData name="Isaac Tan" userId="dbab5342b76938bf" providerId="LiveId" clId="{4EC05A82-E5EA-4379-846E-0ABC412930DB}" dt="2024-02-15T15:32:35.869" v="63" actId="1076"/>
          <ac:picMkLst>
            <pc:docMk/>
            <pc:sldMk cId="3626721721" sldId="397"/>
            <ac:picMk id="2054" creationId="{2085C139-0AF9-5384-993C-CBA14D70CEA7}"/>
          </ac:picMkLst>
        </pc:picChg>
        <pc:picChg chg="add mod">
          <ac:chgData name="Isaac Tan" userId="dbab5342b76938bf" providerId="LiveId" clId="{4EC05A82-E5EA-4379-846E-0ABC412930DB}" dt="2024-02-15T15:32:43.406" v="68" actId="14100"/>
          <ac:picMkLst>
            <pc:docMk/>
            <pc:sldMk cId="3626721721" sldId="397"/>
            <ac:picMk id="2056" creationId="{E9612A59-0914-A6B7-96CC-1D999CFDB927}"/>
          </ac:picMkLst>
        </pc:picChg>
      </pc:sldChg>
      <pc:sldChg chg="add del">
        <pc:chgData name="Isaac Tan" userId="dbab5342b76938bf" providerId="LiveId" clId="{4EC05A82-E5EA-4379-846E-0ABC412930DB}" dt="2024-02-15T15:30:34.518" v="44" actId="2890"/>
        <pc:sldMkLst>
          <pc:docMk/>
          <pc:sldMk cId="4206526369" sldId="397"/>
        </pc:sldMkLst>
      </pc:sldChg>
      <pc:sldChg chg="addSp modSp add modAnim">
        <pc:chgData name="Isaac Tan" userId="dbab5342b76938bf" providerId="LiveId" clId="{4EC05A82-E5EA-4379-846E-0ABC412930DB}" dt="2024-02-15T17:08:21.843" v="461"/>
        <pc:sldMkLst>
          <pc:docMk/>
          <pc:sldMk cId="594278325" sldId="398"/>
        </pc:sldMkLst>
        <pc:picChg chg="add mod">
          <ac:chgData name="Isaac Tan" userId="dbab5342b76938bf" providerId="LiveId" clId="{4EC05A82-E5EA-4379-846E-0ABC412930DB}" dt="2024-02-15T17:08:21.843" v="461"/>
          <ac:picMkLst>
            <pc:docMk/>
            <pc:sldMk cId="594278325" sldId="398"/>
            <ac:picMk id="2" creationId="{330E0F04-BC2F-645D-E779-F5D4EAC9E82A}"/>
          </ac:picMkLst>
        </pc:picChg>
      </pc:sldChg>
      <pc:sldChg chg="addSp delSp modSp add del modAnim">
        <pc:chgData name="Isaac Tan" userId="dbab5342b76938bf" providerId="LiveId" clId="{4EC05A82-E5EA-4379-846E-0ABC412930DB}" dt="2024-02-15T17:08:20.209" v="459" actId="47"/>
        <pc:sldMkLst>
          <pc:docMk/>
          <pc:sldMk cId="707156641" sldId="398"/>
        </pc:sldMkLst>
        <pc:picChg chg="del">
          <ac:chgData name="Isaac Tan" userId="dbab5342b76938bf" providerId="LiveId" clId="{4EC05A82-E5EA-4379-846E-0ABC412930DB}" dt="2024-02-15T17:08:17.165" v="456" actId="478"/>
          <ac:picMkLst>
            <pc:docMk/>
            <pc:sldMk cId="707156641" sldId="398"/>
            <ac:picMk id="3" creationId="{B17AEA60-3B56-C2AB-8587-107D940E2134}"/>
          </ac:picMkLst>
        </pc:picChg>
        <pc:picChg chg="add mod">
          <ac:chgData name="Isaac Tan" userId="dbab5342b76938bf" providerId="LiveId" clId="{4EC05A82-E5EA-4379-846E-0ABC412930DB}" dt="2024-02-15T17:08:17.376" v="457"/>
          <ac:picMkLst>
            <pc:docMk/>
            <pc:sldMk cId="707156641" sldId="398"/>
            <ac:picMk id="10" creationId="{FAEF7645-728A-8839-D332-B058E60E1320}"/>
          </ac:picMkLst>
        </pc:picChg>
        <pc:picChg chg="del mod">
          <ac:chgData name="Isaac Tan" userId="dbab5342b76938bf" providerId="LiveId" clId="{4EC05A82-E5EA-4379-846E-0ABC412930DB}" dt="2024-02-15T17:08:17.165" v="456" actId="478"/>
          <ac:picMkLst>
            <pc:docMk/>
            <pc:sldMk cId="707156641" sldId="398"/>
            <ac:picMk id="2052" creationId="{0EFE0F71-D2AF-35C1-C1AC-9E04625B8835}"/>
          </ac:picMkLst>
        </pc:picChg>
        <pc:picChg chg="del">
          <ac:chgData name="Isaac Tan" userId="dbab5342b76938bf" providerId="LiveId" clId="{4EC05A82-E5EA-4379-846E-0ABC412930DB}" dt="2024-02-15T17:08:17.165" v="456" actId="478"/>
          <ac:picMkLst>
            <pc:docMk/>
            <pc:sldMk cId="707156641" sldId="398"/>
            <ac:picMk id="2056" creationId="{AA7B71D0-5AB7-4400-ABF5-BD62C77A313E}"/>
          </ac:picMkLst>
        </pc:picChg>
      </pc:sldChg>
      <pc:sldChg chg="add">
        <pc:chgData name="Isaac Tan" userId="dbab5342b76938bf" providerId="LiveId" clId="{4EC05A82-E5EA-4379-846E-0ABC412930DB}" dt="2024-02-15T17:58:34.111" v="521" actId="2890"/>
        <pc:sldMkLst>
          <pc:docMk/>
          <pc:sldMk cId="3663062964" sldId="39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BF2592C-E59C-4178-9814-1D752CC491CD}" type="datetimeFigureOut">
              <a:rPr lang="en-SG"/>
              <a:pPr/>
              <a:t>16/2/2024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B89220B-50B5-46E9-AEBB-2AE38FF26A08}" type="slidenum">
              <a:rPr lang="en-SG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57529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528ECA6-C29D-4D3D-BD83-E86E6EB9B7B5}" type="datetimeFigureOut">
              <a:rPr lang="en-SG"/>
              <a:pPr/>
              <a:t>16/2/2024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7425" y="696913"/>
            <a:ext cx="503555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SG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AF50FA1-AA1A-40EA-9D3C-871601F30B36}" type="slidenum">
              <a:rPr lang="en-SG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44818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455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/>
          </a:p>
          <a:p>
            <a:r>
              <a:rPr lang="en-GB"/>
              <a:t>Confidential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1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455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/>
          </a:p>
          <a:p>
            <a:r>
              <a:rPr lang="en-GB"/>
              <a:t>Confidential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1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8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455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/>
          </a:p>
          <a:p>
            <a:r>
              <a:rPr lang="en-GB"/>
              <a:t>Confidential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399F6D-B6E2-4D5F-AA72-E2D9E4F0E70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4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7148" indent="0">
              <a:buNone/>
              <a:defRPr sz="2000" b="1"/>
            </a:lvl2pPr>
            <a:lvl3pPr marL="914296" indent="0">
              <a:buNone/>
              <a:defRPr sz="1800" b="1"/>
            </a:lvl3pPr>
            <a:lvl4pPr marL="1371445" indent="0">
              <a:buNone/>
              <a:defRPr sz="1600" b="1"/>
            </a:lvl4pPr>
            <a:lvl5pPr marL="1828592" indent="0">
              <a:buNone/>
              <a:defRPr sz="1600" b="1"/>
            </a:lvl5pPr>
            <a:lvl6pPr marL="2285740" indent="0">
              <a:buNone/>
              <a:defRPr sz="1600" b="1"/>
            </a:lvl6pPr>
            <a:lvl7pPr marL="2742888" indent="0">
              <a:buNone/>
              <a:defRPr sz="1600" b="1"/>
            </a:lvl7pPr>
            <a:lvl8pPr marL="3200036" indent="0">
              <a:buNone/>
              <a:defRPr sz="1600" b="1"/>
            </a:lvl8pPr>
            <a:lvl9pPr marL="365718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7148" indent="0">
              <a:buNone/>
              <a:defRPr sz="2000" b="1"/>
            </a:lvl2pPr>
            <a:lvl3pPr marL="914296" indent="0">
              <a:buNone/>
              <a:defRPr sz="1800" b="1"/>
            </a:lvl3pPr>
            <a:lvl4pPr marL="1371445" indent="0">
              <a:buNone/>
              <a:defRPr sz="1600" b="1"/>
            </a:lvl4pPr>
            <a:lvl5pPr marL="1828592" indent="0">
              <a:buNone/>
              <a:defRPr sz="1600" b="1"/>
            </a:lvl5pPr>
            <a:lvl6pPr marL="2285740" indent="0">
              <a:buNone/>
              <a:defRPr sz="1600" b="1"/>
            </a:lvl6pPr>
            <a:lvl7pPr marL="2742888" indent="0">
              <a:buNone/>
              <a:defRPr sz="1600" b="1"/>
            </a:lvl7pPr>
            <a:lvl8pPr marL="3200036" indent="0">
              <a:buNone/>
              <a:defRPr sz="1600" b="1"/>
            </a:lvl8pPr>
            <a:lvl9pPr marL="365718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24B5ED-E012-4ED7-A8CF-A90CD02552C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9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455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/>
          </a:p>
          <a:p>
            <a:r>
              <a:rPr lang="en-GB"/>
              <a:t>Confidential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0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455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/>
          </a:p>
          <a:p>
            <a:r>
              <a:rPr lang="en-GB"/>
              <a:t>Confidential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6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49"/>
            <a:ext cx="3259006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2" y="273053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8" indent="0">
              <a:buNone/>
              <a:defRPr sz="1200"/>
            </a:lvl2pPr>
            <a:lvl3pPr marL="914296" indent="0">
              <a:buNone/>
              <a:defRPr sz="1100"/>
            </a:lvl3pPr>
            <a:lvl4pPr marL="1371445" indent="0">
              <a:buNone/>
              <a:defRPr sz="900"/>
            </a:lvl4pPr>
            <a:lvl5pPr marL="1828592" indent="0">
              <a:buNone/>
              <a:defRPr sz="900"/>
            </a:lvl5pPr>
            <a:lvl6pPr marL="2285740" indent="0">
              <a:buNone/>
              <a:defRPr sz="900"/>
            </a:lvl6pPr>
            <a:lvl7pPr marL="2742888" indent="0">
              <a:buNone/>
              <a:defRPr sz="900"/>
            </a:lvl7pPr>
            <a:lvl8pPr marL="3200036" indent="0">
              <a:buNone/>
              <a:defRPr sz="900"/>
            </a:lvl8pPr>
            <a:lvl9pPr marL="365718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455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/>
          </a:p>
          <a:p>
            <a:r>
              <a:rPr lang="en-GB"/>
              <a:t>Confidential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93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48" indent="0">
              <a:buNone/>
              <a:defRPr sz="2800"/>
            </a:lvl2pPr>
            <a:lvl3pPr marL="914296" indent="0">
              <a:buNone/>
              <a:defRPr sz="2300"/>
            </a:lvl3pPr>
            <a:lvl4pPr marL="1371445" indent="0">
              <a:buNone/>
              <a:defRPr sz="2000"/>
            </a:lvl4pPr>
            <a:lvl5pPr marL="1828592" indent="0">
              <a:buNone/>
              <a:defRPr sz="2000"/>
            </a:lvl5pPr>
            <a:lvl6pPr marL="2285740" indent="0">
              <a:buNone/>
              <a:defRPr sz="2000"/>
            </a:lvl6pPr>
            <a:lvl7pPr marL="2742888" indent="0">
              <a:buNone/>
              <a:defRPr sz="2000"/>
            </a:lvl7pPr>
            <a:lvl8pPr marL="3200036" indent="0">
              <a:buNone/>
              <a:defRPr sz="2000"/>
            </a:lvl8pPr>
            <a:lvl9pPr marL="3657184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48" indent="0">
              <a:buNone/>
              <a:defRPr sz="1200"/>
            </a:lvl2pPr>
            <a:lvl3pPr marL="914296" indent="0">
              <a:buNone/>
              <a:defRPr sz="1100"/>
            </a:lvl3pPr>
            <a:lvl4pPr marL="1371445" indent="0">
              <a:buNone/>
              <a:defRPr sz="900"/>
            </a:lvl4pPr>
            <a:lvl5pPr marL="1828592" indent="0">
              <a:buNone/>
              <a:defRPr sz="900"/>
            </a:lvl5pPr>
            <a:lvl6pPr marL="2285740" indent="0">
              <a:buNone/>
              <a:defRPr sz="900"/>
            </a:lvl6pPr>
            <a:lvl7pPr marL="2742888" indent="0">
              <a:buNone/>
              <a:defRPr sz="900"/>
            </a:lvl7pPr>
            <a:lvl8pPr marL="3200036" indent="0">
              <a:buNone/>
              <a:defRPr sz="900"/>
            </a:lvl8pPr>
            <a:lvl9pPr marL="365718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BCABDA-8CC6-4C6C-8772-19BE7896AE7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6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77E8A1-D1B5-435E-B2AC-D4E727D89D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8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40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40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5B8056-E3BF-4305-A7F3-182AA822E1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9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rgbClr val="A0A0A0"/>
                </a:solidFill>
              </a:defRPr>
            </a:lvl1pPr>
          </a:lstStyle>
          <a:p>
            <a:r>
              <a:rPr lang="en-GB"/>
              <a:t>Confidential</a:t>
            </a:r>
            <a:endParaRPr lang="en-US"/>
          </a:p>
        </p:txBody>
      </p:sp>
      <p:pic>
        <p:nvPicPr>
          <p:cNvPr id="7" name="Picture 2" descr="C:\Users\judyp\AppData\Local\Microsoft\Windows\Temporary Internet Files\Content.Outlook\80OVQ6PQ\TP-IIT Logo_for White Bg (5).pn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6438553"/>
            <a:ext cx="2616200" cy="282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5613" rtl="0" eaLnBrk="0" fontAlgn="base" hangingPunct="0">
        <a:spcBef>
          <a:spcPct val="0"/>
        </a:spcBef>
        <a:spcAft>
          <a:spcPct val="0"/>
        </a:spcAft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5613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2pPr>
      <a:lvl3pPr algn="ctr" defTabSz="455613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3pPr>
      <a:lvl4pPr algn="ctr" defTabSz="455613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4pPr>
      <a:lvl5pPr algn="ctr" defTabSz="455613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5pPr>
      <a:lvl6pPr marL="457200" algn="ctr" defTabSz="455613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6pPr>
      <a:lvl7pPr marL="914400" algn="ctr" defTabSz="455613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7pPr>
      <a:lvl8pPr marL="1371600" algn="ctr" defTabSz="455613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8pPr>
      <a:lvl9pPr marL="1828800" algn="ctr" defTabSz="455613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9pPr>
    </p:titleStyle>
    <p:bodyStyle>
      <a:lvl1pPr marL="341313" indent="-3413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45714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45714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45714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45714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81118" y="2963816"/>
            <a:ext cx="8426340" cy="892542"/>
          </a:xfrm>
          <a:prstGeom prst="rect">
            <a:avLst/>
          </a:prstGeom>
          <a:noFill/>
        </p:spPr>
        <p:txBody>
          <a:bodyPr wrap="square" lIns="91429" tIns="45715" rIns="91429" bIns="45715" anchor="t">
            <a:spAutoFit/>
          </a:bodyPr>
          <a:lstStyle/>
          <a:p>
            <a:pPr algn="r" defTabSz="45714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70C0"/>
                </a:solidFill>
                <a:latin typeface="+mn-lt"/>
                <a:cs typeface="+mn-cs"/>
              </a:rPr>
              <a:t>Operational Technology Security Patch Management System</a:t>
            </a:r>
            <a:endParaRPr lang="en-US" sz="2800" b="1" dirty="0">
              <a:solidFill>
                <a:srgbClr val="0070C0"/>
              </a:solidFill>
              <a:latin typeface="+mn-lt"/>
              <a:ea typeface="Calibri"/>
              <a:cs typeface="Calibri"/>
            </a:endParaRPr>
          </a:p>
          <a:p>
            <a:pPr algn="r" defTabSz="45714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70C0"/>
                </a:solidFill>
                <a:latin typeface="+mn-lt"/>
                <a:ea typeface="Calibri"/>
                <a:cs typeface="Calibri"/>
              </a:rPr>
              <a:t>Isaac Tan</a:t>
            </a: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436563" y="6189663"/>
            <a:ext cx="9042400" cy="0"/>
          </a:xfrm>
          <a:prstGeom prst="line">
            <a:avLst/>
          </a:prstGeom>
          <a:ln w="22225">
            <a:solidFill>
              <a:schemeClr val="tx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2" name="Picture 2" descr="C:\Users\judyp\AppData\Local\Microsoft\Windows\Temporary Internet Files\Content.Outlook\80OVQ6PQ\TP-IIT Logo_for White Bg (5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863" y="738188"/>
            <a:ext cx="49911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Box 1"/>
          <p:cNvSpPr txBox="1">
            <a:spLocks noChangeArrowheads="1"/>
          </p:cNvSpPr>
          <p:nvPr/>
        </p:nvSpPr>
        <p:spPr bwMode="auto">
          <a:xfrm>
            <a:off x="5094288" y="4470400"/>
            <a:ext cx="4252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dirty="0">
                <a:latin typeface="Calibri"/>
                <a:ea typeface="Calibri"/>
                <a:cs typeface="Arial"/>
              </a:rPr>
              <a:t>February 2024</a:t>
            </a:r>
            <a:endParaRPr lang="en-SG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6563" y="6442364"/>
            <a:ext cx="2860819" cy="27911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17752-F2B1-F21E-C09E-72BFEC5F8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C5D0EB-04CD-BE71-429A-E1EFE29C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/>
              <a:t>Business Problems/Challenges</a:t>
            </a:r>
            <a:endParaRPr lang="en-SG" sz="36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BE19EC-9BD0-EEA3-0325-00E0C310D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99" y="5220512"/>
            <a:ext cx="7179734" cy="1053642"/>
          </a:xfrm>
          <a:prstGeom prst="rect">
            <a:avLst/>
          </a:prstGeom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E9612A59-0914-A6B7-96CC-1D999CFDB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417639"/>
            <a:ext cx="4593167" cy="159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02AB2F5-CDCE-3375-DEA8-42BAC1869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2823986"/>
            <a:ext cx="6807200" cy="230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721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A1A18-7D1D-248F-0377-609C2829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0A8396-DD13-2DBE-11BE-4B256D63E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/>
              <a:t>Business Problems/Challenges</a:t>
            </a:r>
            <a:endParaRPr lang="en-SG" sz="36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2352C-084A-91C0-2925-C1CA9EB3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99" y="5220512"/>
            <a:ext cx="7179734" cy="1053642"/>
          </a:xfrm>
          <a:prstGeom prst="rect">
            <a:avLst/>
          </a:prstGeom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5BA4813F-DA3B-F500-F582-1E806E2B6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417639"/>
            <a:ext cx="4593167" cy="159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13D9702-43A9-ECC7-B741-8E26FDB68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2823986"/>
            <a:ext cx="6807200" cy="230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0E0F04-BC2F-645D-E779-F5D4EAC9E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600" y="2443025"/>
            <a:ext cx="7344800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27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The Solution</a:t>
            </a:r>
            <a:endParaRPr lang="en-SG" sz="36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95299" y="1453060"/>
            <a:ext cx="8983663" cy="4525963"/>
          </a:xfrm>
        </p:spPr>
        <p:txBody>
          <a:bodyPr/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Strengthen IoT Security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Consultancy Services</a:t>
            </a:r>
          </a:p>
        </p:txBody>
      </p:sp>
      <p:pic>
        <p:nvPicPr>
          <p:cNvPr id="2" name="Picture 6" descr="Getting Started with (Apache) NuttX RTOS - Part 1 - Alan C Assis">
            <a:extLst>
              <a:ext uri="{FF2B5EF4-FFF2-40B4-BE49-F238E27FC236}">
                <a16:creationId xmlns:a16="http://schemas.microsoft.com/office/drawing/2014/main" id="{00BFA8B5-0189-E106-273B-66AB22255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709" y="3526367"/>
            <a:ext cx="2502709" cy="2662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8" descr="Linaro Engineering Highlights | November 2020 | Blog | Linaro">
            <a:extLst>
              <a:ext uri="{FF2B5EF4-FFF2-40B4-BE49-F238E27FC236}">
                <a16:creationId xmlns:a16="http://schemas.microsoft.com/office/drawing/2014/main" id="{ABE355CB-EDFF-1ED4-0FD3-4895A8D9D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612216"/>
            <a:ext cx="36195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78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59A8E-A571-43BB-E2D8-D01FD024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660767-BEA3-9D38-905F-1E3DEB84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 Business Impacts</a:t>
            </a:r>
            <a:endParaRPr lang="en-SG" sz="36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784991-1C75-22CF-8A01-67DBD1840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453060"/>
            <a:ext cx="8983663" cy="4525963"/>
          </a:xfrm>
        </p:spPr>
        <p:txBody>
          <a:bodyPr/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Feature-Rich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Ensures Cybersecurity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International Recognition and Credibility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First in Southeast Asia</a:t>
            </a:r>
          </a:p>
        </p:txBody>
      </p:sp>
    </p:spTree>
    <p:extLst>
      <p:ext uri="{BB962C8B-B14F-4D97-AF65-F5344CB8AC3E}">
        <p14:creationId xmlns:p14="http://schemas.microsoft.com/office/powerpoint/2010/main" val="3663062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">
      <a:dk1>
        <a:srgbClr val="666666"/>
      </a:dk1>
      <a:lt1>
        <a:sysClr val="window" lastClr="FFFFFF"/>
      </a:lt1>
      <a:dk2>
        <a:srgbClr val="EF3E42"/>
      </a:dk2>
      <a:lt2>
        <a:srgbClr val="00708D"/>
      </a:lt2>
      <a:accent1>
        <a:srgbClr val="86919A"/>
      </a:accent1>
      <a:accent2>
        <a:srgbClr val="A59783"/>
      </a:accent2>
      <a:accent3>
        <a:srgbClr val="8B998A"/>
      </a:accent3>
      <a:accent4>
        <a:srgbClr val="8D8D90"/>
      </a:accent4>
      <a:accent5>
        <a:srgbClr val="929285"/>
      </a:accent5>
      <a:accent6>
        <a:srgbClr val="2C2C2C"/>
      </a:accent6>
      <a:hlink>
        <a:srgbClr val="EF3E42"/>
      </a:hlink>
      <a:folHlink>
        <a:srgbClr val="38383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64ED0F870AE48ADCB4972BF5C834C" ma:contentTypeVersion="13" ma:contentTypeDescription="Create a new document." ma:contentTypeScope="" ma:versionID="be0b247fce5ffc4230ca8cfc153d4cab">
  <xsd:schema xmlns:xsd="http://www.w3.org/2001/XMLSchema" xmlns:xs="http://www.w3.org/2001/XMLSchema" xmlns:p="http://schemas.microsoft.com/office/2006/metadata/properties" xmlns:ns3="ea75160f-9cd5-4bfe-98e1-0b281a0e3871" xmlns:ns4="15c98615-f4af-42ee-b945-85a48660f236" targetNamespace="http://schemas.microsoft.com/office/2006/metadata/properties" ma:root="true" ma:fieldsID="ced09113997f910c8bef2c2c27eed8b0" ns3:_="" ns4:_="">
    <xsd:import namespace="ea75160f-9cd5-4bfe-98e1-0b281a0e3871"/>
    <xsd:import namespace="15c98615-f4af-42ee-b945-85a48660f2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3:MediaServiceAutoTags" minOccurs="0"/>
                <xsd:element ref="ns3:MediaServiceOCR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5160f-9cd5-4bfe-98e1-0b281a0e38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c98615-f4af-42ee-b945-85a48660f23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D31FFD-C19A-4D35-9BF3-2FD732798AF3}">
  <ds:schemaRefs>
    <ds:schemaRef ds:uri="15c98615-f4af-42ee-b945-85a48660f236"/>
    <ds:schemaRef ds:uri="ea75160f-9cd5-4bfe-98e1-0b281a0e38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9698DEE-1AAE-4EEB-B5C1-C47F2EF791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F12524-A57E-4FEC-9B65-A3B30951B864}">
  <ds:schemaRefs>
    <ds:schemaRef ds:uri="15c98615-f4af-42ee-b945-85a48660f236"/>
    <ds:schemaRef ds:uri="ea75160f-9cd5-4bfe-98e1-0b281a0e387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</Words>
  <Application>Microsoft Office PowerPoint</Application>
  <PresentationFormat>A4 Paper (210x297 mm)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Business Problems/Challenges</vt:lpstr>
      <vt:lpstr>Business Problems/Challenges</vt:lpstr>
      <vt:lpstr>The Solution</vt:lpstr>
      <vt:lpstr> Business Impacts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 C</dc:title>
  <dc:creator>temp</dc:creator>
  <cp:lastModifiedBy>ISAAC TAN (CHEN EN)</cp:lastModifiedBy>
  <cp:revision>6</cp:revision>
  <cp:lastPrinted>2013-11-12T02:33:26Z</cp:lastPrinted>
  <dcterms:created xsi:type="dcterms:W3CDTF">2011-12-19T01:47:12Z</dcterms:created>
  <dcterms:modified xsi:type="dcterms:W3CDTF">2024-02-15T18:10:15Z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nu">
    <vt:lpwstr>2</vt:lpwstr>
  </property>
  <property fmtid="{D5CDD505-2E9C-101B-9397-08002B2CF9AE}" pid="3" name="MSIP_Label_4bcb20ed-001a-45f4-b2e7-234c5fc91178_Enabled">
    <vt:lpwstr>True</vt:lpwstr>
  </property>
  <property fmtid="{D5CDD505-2E9C-101B-9397-08002B2CF9AE}" pid="4" name="MSIP_Label_4bcb20ed-001a-45f4-b2e7-234c5fc91178_SiteId">
    <vt:lpwstr>25a99bf0-8e72-472a-ae50-adfbdf0df6f1</vt:lpwstr>
  </property>
  <property fmtid="{D5CDD505-2E9C-101B-9397-08002B2CF9AE}" pid="5" name="MSIP_Label_4bcb20ed-001a-45f4-b2e7-234c5fc91178_Owner">
    <vt:lpwstr>lwilliam@TP.EDU.SG</vt:lpwstr>
  </property>
  <property fmtid="{D5CDD505-2E9C-101B-9397-08002B2CF9AE}" pid="6" name="MSIP_Label_4bcb20ed-001a-45f4-b2e7-234c5fc91178_SetDate">
    <vt:lpwstr>2020-09-11T09:31:40.3135992Z</vt:lpwstr>
  </property>
  <property fmtid="{D5CDD505-2E9C-101B-9397-08002B2CF9AE}" pid="7" name="MSIP_Label_4bcb20ed-001a-45f4-b2e7-234c5fc91178_Name">
    <vt:lpwstr>OFFICIAL (CLOSED)</vt:lpwstr>
  </property>
  <property fmtid="{D5CDD505-2E9C-101B-9397-08002B2CF9AE}" pid="8" name="MSIP_Label_4bcb20ed-001a-45f4-b2e7-234c5fc91178_Application">
    <vt:lpwstr>Microsoft Azure Information Protection</vt:lpwstr>
  </property>
  <property fmtid="{D5CDD505-2E9C-101B-9397-08002B2CF9AE}" pid="9" name="MSIP_Label_4bcb20ed-001a-45f4-b2e7-234c5fc91178_ActionId">
    <vt:lpwstr>6fa23242-b16b-4717-85b6-93738fb65ed2</vt:lpwstr>
  </property>
  <property fmtid="{D5CDD505-2E9C-101B-9397-08002B2CF9AE}" pid="10" name="MSIP_Label_4bcb20ed-001a-45f4-b2e7-234c5fc91178_Extended_MSFT_Method">
    <vt:lpwstr>Automatic</vt:lpwstr>
  </property>
  <property fmtid="{D5CDD505-2E9C-101B-9397-08002B2CF9AE}" pid="11" name="MSIP_Label_f69d7fc4-da81-42e5-b309-526f71322d86_Enabled">
    <vt:lpwstr>True</vt:lpwstr>
  </property>
  <property fmtid="{D5CDD505-2E9C-101B-9397-08002B2CF9AE}" pid="12" name="MSIP_Label_f69d7fc4-da81-42e5-b309-526f71322d86_SiteId">
    <vt:lpwstr>25a99bf0-8e72-472a-ae50-adfbdf0df6f1</vt:lpwstr>
  </property>
  <property fmtid="{D5CDD505-2E9C-101B-9397-08002B2CF9AE}" pid="13" name="MSIP_Label_f69d7fc4-da81-42e5-b309-526f71322d86_Owner">
    <vt:lpwstr>lwilliam@TP.EDU.SG</vt:lpwstr>
  </property>
  <property fmtid="{D5CDD505-2E9C-101B-9397-08002B2CF9AE}" pid="14" name="MSIP_Label_f69d7fc4-da81-42e5-b309-526f71322d86_SetDate">
    <vt:lpwstr>2020-09-11T09:31:40.3135992Z</vt:lpwstr>
  </property>
  <property fmtid="{D5CDD505-2E9C-101B-9397-08002B2CF9AE}" pid="15" name="MSIP_Label_f69d7fc4-da81-42e5-b309-526f71322d86_Name">
    <vt:lpwstr>NON-SENSITIVE</vt:lpwstr>
  </property>
  <property fmtid="{D5CDD505-2E9C-101B-9397-08002B2CF9AE}" pid="16" name="MSIP_Label_f69d7fc4-da81-42e5-b309-526f71322d86_Application">
    <vt:lpwstr>Microsoft Azure Information Protection</vt:lpwstr>
  </property>
  <property fmtid="{D5CDD505-2E9C-101B-9397-08002B2CF9AE}" pid="17" name="MSIP_Label_f69d7fc4-da81-42e5-b309-526f71322d86_ActionId">
    <vt:lpwstr>6fa23242-b16b-4717-85b6-93738fb65ed2</vt:lpwstr>
  </property>
  <property fmtid="{D5CDD505-2E9C-101B-9397-08002B2CF9AE}" pid="18" name="MSIP_Label_f69d7fc4-da81-42e5-b309-526f71322d86_Parent">
    <vt:lpwstr>4bcb20ed-001a-45f4-b2e7-234c5fc91178</vt:lpwstr>
  </property>
  <property fmtid="{D5CDD505-2E9C-101B-9397-08002B2CF9AE}" pid="19" name="MSIP_Label_f69d7fc4-da81-42e5-b309-526f71322d86_Extended_MSFT_Method">
    <vt:lpwstr>Automatic</vt:lpwstr>
  </property>
  <property fmtid="{D5CDD505-2E9C-101B-9397-08002B2CF9AE}" pid="20" name="Sensitivity">
    <vt:lpwstr>OFFICIAL (CLOSED) NON-SENSITIVE</vt:lpwstr>
  </property>
  <property fmtid="{D5CDD505-2E9C-101B-9397-08002B2CF9AE}" pid="21" name="ContentTypeId">
    <vt:lpwstr>0x01010028964ED0F870AE48ADCB4972BF5C834C</vt:lpwstr>
  </property>
</Properties>
</file>