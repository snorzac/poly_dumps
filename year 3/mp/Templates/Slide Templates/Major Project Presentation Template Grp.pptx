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74" r:id="rId6"/>
    <p:sldId id="304" r:id="rId7"/>
    <p:sldId id="306" r:id="rId8"/>
    <p:sldId id="296" r:id="rId9"/>
    <p:sldId id="308" r:id="rId10"/>
    <p:sldId id="309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F189E-3F54-44C2-A415-BB4732F3838D}" type="datetimeFigureOut">
              <a:rPr lang="en-SG" smtClean="0"/>
              <a:t>8/9/2020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239A1-C993-4503-9046-88C7C55F1D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7154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914C-3AAE-4471-961E-40CDCBF3A5DD}" type="datetime1">
              <a:rPr lang="en-SG" smtClean="0"/>
              <a:t>8/9/2020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C3A-2277-4A51-9644-C72F0B05B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00272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FE7E-D85A-4E1D-8339-86F53B387529}" type="datetime1">
              <a:rPr lang="en-SG" smtClean="0"/>
              <a:t>8/9/2020</a:t>
            </a:fld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53A49707-2F8E-4472-ADF8-01249C88BC2B}" type="slidenum">
              <a:rPr lang="en-SG" smtClean="0"/>
              <a:pPr/>
              <a:t>‹#›</a:t>
            </a:fld>
            <a:endParaRPr lang="en-SG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1" y="230188"/>
            <a:ext cx="3730443" cy="40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951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F56F-2BF1-4FEB-B96F-EE2C4B94F14B}" type="datetime1">
              <a:rPr lang="en-SG" smtClean="0"/>
              <a:t>8/9/2020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C3A-2277-4A51-9644-C72F0B05B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78929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A506-9C3D-4510-B18E-CA0B8C576FC7}" type="datetime1">
              <a:rPr lang="en-SG" smtClean="0"/>
              <a:t>8/9/2020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C3A-2277-4A51-9644-C72F0B05B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3361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CDB7-CBBD-4064-BBD7-5FB9029A3D9B}" type="datetime1">
              <a:rPr lang="en-SG" smtClean="0"/>
              <a:t>8/9/2020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C3A-2277-4A51-9644-C72F0B05B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00911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C684B-FA59-497A-BE58-3AB3693EB14C}" type="datetime1">
              <a:rPr lang="en-SG" smtClean="0"/>
              <a:t>8/9/2020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C3A-2277-4A51-9644-C72F0B05B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5262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C74A-3C5C-48A3-8561-122AA9405719}" type="datetime1">
              <a:rPr lang="en-SG" smtClean="0"/>
              <a:t>8/9/2020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C3A-2277-4A51-9644-C72F0B05B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26116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5DA0-6851-4D92-9F95-97B829F0E62A}" type="datetime1">
              <a:rPr lang="en-SG" smtClean="0"/>
              <a:t>8/9/2020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C3A-2277-4A51-9644-C72F0B05B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638659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2F26A-7D69-4F2B-BF3D-0C14EAB12267}" type="datetime1">
              <a:rPr lang="en-SG" smtClean="0"/>
              <a:t>8/9/2020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C3A-2277-4A51-9644-C72F0B05B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91530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1FE38-150B-42F5-AA10-92C4D224FCAE}" type="datetime1">
              <a:rPr lang="en-SG" smtClean="0"/>
              <a:t>8/9/2020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45C3A-2277-4A51-9644-C72F0B05B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5350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2514" y="1122363"/>
            <a:ext cx="11116492" cy="2387600"/>
          </a:xfrm>
        </p:spPr>
        <p:txBody>
          <a:bodyPr>
            <a:normAutofit fontScale="90000"/>
          </a:bodyPr>
          <a:lstStyle/>
          <a:p>
            <a:r>
              <a:rPr lang="en-SG" dirty="0"/>
              <a:t>Major Project</a:t>
            </a:r>
            <a:br>
              <a:rPr lang="en-SG" dirty="0"/>
            </a:br>
            <a:r>
              <a:rPr lang="en-SG" dirty="0"/>
              <a:t>“the name of your </a:t>
            </a:r>
            <a:r>
              <a:rPr lang="en-SG" dirty="0" smtClean="0"/>
              <a:t>Project”</a:t>
            </a:r>
            <a:r>
              <a:rPr lang="en-SG" dirty="0"/>
              <a:t/>
            </a:r>
            <a:br>
              <a:rPr lang="en-SG" dirty="0"/>
            </a:br>
            <a:r>
              <a:rPr lang="en-SG" dirty="0"/>
              <a:t>“the name of </a:t>
            </a:r>
            <a:r>
              <a:rPr lang="en-SG" dirty="0" smtClean="0"/>
              <a:t>company, if there is”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1387" y="3858043"/>
            <a:ext cx="9144000" cy="1655762"/>
          </a:xfrm>
        </p:spPr>
        <p:txBody>
          <a:bodyPr>
            <a:noAutofit/>
          </a:bodyPr>
          <a:lstStyle/>
          <a:p>
            <a:r>
              <a:rPr lang="en-US" dirty="0" smtClean="0"/>
              <a:t>Team Member 1, Team Member 2, </a:t>
            </a:r>
          </a:p>
          <a:p>
            <a:r>
              <a:rPr lang="en-US" dirty="0" smtClean="0"/>
              <a:t>Team Member 3, Team </a:t>
            </a:r>
            <a:r>
              <a:rPr lang="en-US" dirty="0"/>
              <a:t>Member </a:t>
            </a:r>
            <a:r>
              <a:rPr lang="en-US" dirty="0" smtClean="0"/>
              <a:t>4</a:t>
            </a:r>
          </a:p>
          <a:p>
            <a:endParaRPr lang="en-US" dirty="0" smtClean="0"/>
          </a:p>
          <a:p>
            <a:r>
              <a:rPr lang="en-US" dirty="0" smtClean="0"/>
              <a:t>Supervisor: Mr. / Ms.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634" y="6035040"/>
            <a:ext cx="5365696" cy="57865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C3A-2277-4A51-9644-C72F0B05BD4A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1800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Project Overview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SG" dirty="0" smtClean="0"/>
              <a:t>Problem Statement (</a:t>
            </a:r>
            <a:r>
              <a:rPr lang="en-US" altLang="en-US" sz="1800" i="1" dirty="0"/>
              <a:t>The problem </a:t>
            </a:r>
            <a:r>
              <a:rPr lang="en-US" altLang="en-US" sz="1800" i="1" dirty="0" smtClean="0"/>
              <a:t>that your project trying to address</a:t>
            </a:r>
            <a:r>
              <a:rPr lang="en-US" altLang="en-US" sz="1800" dirty="0" smtClean="0"/>
              <a:t> </a:t>
            </a:r>
            <a:r>
              <a:rPr lang="en-SG" dirty="0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 smtClean="0"/>
              <a:t>Background (</a:t>
            </a:r>
            <a:r>
              <a:rPr lang="en-US" altLang="en-US" sz="1800" i="1" dirty="0"/>
              <a:t>give some information about why your </a:t>
            </a:r>
            <a:r>
              <a:rPr lang="en-US" altLang="en-US" sz="1800" i="1" dirty="0" smtClean="0"/>
              <a:t>project </a:t>
            </a:r>
            <a:r>
              <a:rPr lang="en-US" altLang="en-US" sz="1800" i="1" dirty="0"/>
              <a:t>is needed</a:t>
            </a:r>
            <a:r>
              <a:rPr lang="en-SG" dirty="0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Target Audience </a:t>
            </a:r>
            <a:r>
              <a:rPr lang="en-SG" dirty="0" smtClean="0"/>
              <a:t>(</a:t>
            </a:r>
            <a:r>
              <a:rPr lang="en-US" altLang="en-US" sz="1800" i="1" dirty="0" smtClean="0"/>
              <a:t>who will be the users of your project?</a:t>
            </a:r>
            <a:r>
              <a:rPr lang="en-SG" dirty="0" smtClean="0"/>
              <a:t>)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en-US" dirty="0" smtClean="0"/>
              <a:t>Architecture </a:t>
            </a:r>
            <a:r>
              <a:rPr lang="en-US" altLang="en-US" dirty="0"/>
              <a:t>of the </a:t>
            </a:r>
            <a:r>
              <a:rPr lang="en-US" altLang="en-US" dirty="0" smtClean="0"/>
              <a:t>Project (</a:t>
            </a:r>
            <a:r>
              <a:rPr lang="en-US" altLang="en-US" sz="1800" dirty="0"/>
              <a:t>What are the major parts of the </a:t>
            </a:r>
            <a:r>
              <a:rPr lang="en-US" altLang="en-US" sz="1800" dirty="0" smtClean="0"/>
              <a:t>project? What </a:t>
            </a:r>
            <a:r>
              <a:rPr lang="en-US" altLang="en-US" sz="1800" dirty="0"/>
              <a:t>does each part do? it’s inputs? it’s </a:t>
            </a:r>
            <a:r>
              <a:rPr lang="en-US" altLang="en-US" sz="1800" dirty="0" smtClean="0"/>
              <a:t>outputs? A </a:t>
            </a:r>
            <a:r>
              <a:rPr lang="en-US" altLang="en-US" sz="1800" dirty="0"/>
              <a:t>picture would be nice here </a:t>
            </a:r>
            <a:r>
              <a:rPr lang="en-US" altLang="en-US" sz="1800" dirty="0" smtClean="0"/>
              <a:t>…</a:t>
            </a:r>
            <a:r>
              <a:rPr lang="en-US" altLang="en-US" dirty="0" smtClean="0"/>
              <a:t>)</a:t>
            </a:r>
            <a:endParaRPr lang="en-US" alt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Main Features of the Project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SG" dirty="0" smtClean="0"/>
          </a:p>
          <a:p>
            <a:endParaRPr lang="en-SG" dirty="0" smtClean="0"/>
          </a:p>
          <a:p>
            <a:endParaRPr lang="en-S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9707-2F8E-4472-ADF8-01249C88BC2B}" type="slidenum">
              <a:rPr lang="en-SG" smtClean="0"/>
              <a:pPr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0846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800" dirty="0" smtClean="0"/>
              <a:t>Project </a:t>
            </a:r>
            <a:r>
              <a:rPr lang="en-US" altLang="en-US" sz="4800" dirty="0"/>
              <a:t>Demo</a:t>
            </a:r>
            <a:endParaRPr lang="en-SG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en-US" sz="2400" i="1" dirty="0"/>
              <a:t>This might be a good place to break the </a:t>
            </a:r>
            <a:r>
              <a:rPr lang="en-US" altLang="en-US" sz="2400" i="1" dirty="0" smtClean="0"/>
              <a:t>presentation </a:t>
            </a:r>
            <a:r>
              <a:rPr lang="en-US" altLang="en-US" sz="2400" i="1" dirty="0"/>
              <a:t>and do a demo</a:t>
            </a:r>
          </a:p>
          <a:p>
            <a:pPr>
              <a:buNone/>
            </a:pPr>
            <a:endParaRPr lang="en-US" altLang="en-US" sz="2400" i="1" dirty="0"/>
          </a:p>
          <a:p>
            <a:pPr>
              <a:buNone/>
            </a:pPr>
            <a:r>
              <a:rPr lang="en-US" altLang="en-US" sz="2400" i="1" dirty="0"/>
              <a:t>The Demo should take us through a typical “use” of the application – for example, use story telling </a:t>
            </a:r>
            <a:r>
              <a:rPr lang="en-US" altLang="en-US" sz="2400" i="1" dirty="0" smtClean="0"/>
              <a:t>to show how your project is addressing the problems.</a:t>
            </a:r>
            <a:endParaRPr lang="en-US" altLang="en-US" sz="2400" i="1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9707-2F8E-4472-ADF8-01249C88BC2B}" type="slidenum">
              <a:rPr lang="en-SG" smtClean="0"/>
              <a:pPr/>
              <a:t>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89163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User’s </a:t>
            </a:r>
            <a:r>
              <a:rPr lang="en-US" altLang="en-US" dirty="0"/>
              <a:t>Feedback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Discuss whatever feedback </a:t>
            </a:r>
            <a:r>
              <a:rPr lang="en-US" altLang="en-US" dirty="0" smtClean="0"/>
              <a:t>the users shared </a:t>
            </a:r>
            <a:r>
              <a:rPr lang="en-US" altLang="en-US" dirty="0"/>
              <a:t>with you:</a:t>
            </a:r>
          </a:p>
          <a:p>
            <a:pPr lvl="1"/>
            <a:r>
              <a:rPr lang="en-US" altLang="en-US" i="1" dirty="0"/>
              <a:t>how well does </a:t>
            </a:r>
            <a:r>
              <a:rPr lang="en-US" altLang="en-US" i="1" dirty="0" smtClean="0"/>
              <a:t>your project </a:t>
            </a:r>
            <a:r>
              <a:rPr lang="en-US" altLang="en-US" i="1" dirty="0"/>
              <a:t>meet their needs</a:t>
            </a:r>
          </a:p>
          <a:p>
            <a:pPr lvl="1"/>
            <a:r>
              <a:rPr lang="en-US" altLang="en-US" i="1" dirty="0"/>
              <a:t>a</a:t>
            </a:r>
            <a:r>
              <a:rPr lang="en-US" altLang="en-US" i="1" dirty="0" smtClean="0"/>
              <a:t>dditional features </a:t>
            </a:r>
            <a:r>
              <a:rPr lang="en-US" altLang="en-US" i="1" dirty="0"/>
              <a:t>they’d like to </a:t>
            </a:r>
            <a:r>
              <a:rPr lang="en-US" altLang="en-US" i="1" dirty="0" smtClean="0"/>
              <a:t>have</a:t>
            </a:r>
            <a:endParaRPr lang="en-US" altLang="en-US" i="1" dirty="0"/>
          </a:p>
          <a:p>
            <a:pPr lvl="1"/>
            <a:r>
              <a:rPr lang="en-US" altLang="en-US" i="1" dirty="0" smtClean="0"/>
              <a:t>Any other comments</a:t>
            </a:r>
            <a:endParaRPr lang="en-US" altLang="en-US" i="1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9707-2F8E-4472-ADF8-01249C88BC2B}" type="slidenum">
              <a:rPr lang="en-SG" smtClean="0"/>
              <a:pPr/>
              <a:t>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7126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82232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dirty="0"/>
              <a:t>Future E</a:t>
            </a:r>
            <a:r>
              <a:rPr lang="en-US" altLang="en-US" dirty="0" smtClean="0"/>
              <a:t>nhancements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2506662"/>
            <a:ext cx="10626969" cy="2220083"/>
          </a:xfrm>
        </p:spPr>
        <p:txBody>
          <a:bodyPr/>
          <a:lstStyle/>
          <a:p>
            <a:r>
              <a:rPr lang="en-US" altLang="en-US" sz="2400" i="1" dirty="0"/>
              <a:t>Additional enhancements that could be </a:t>
            </a:r>
            <a:r>
              <a:rPr lang="en-US" altLang="en-US" sz="2400" i="1" dirty="0" smtClean="0"/>
              <a:t>made for your project ….</a:t>
            </a:r>
            <a:endParaRPr lang="en-US" altLang="en-US" sz="2400" i="1" dirty="0"/>
          </a:p>
          <a:p>
            <a:endParaRPr lang="en-SG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9707-2F8E-4472-ADF8-01249C88BC2B}" type="slidenum">
              <a:rPr lang="en-SG" smtClean="0"/>
              <a:pPr/>
              <a:t>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41867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dirty="0"/>
              <a:t>Project Dynamics </a:t>
            </a:r>
            <a:r>
              <a:rPr lang="en-US" altLang="en-US" dirty="0" smtClean="0"/>
              <a:t>- </a:t>
            </a:r>
            <a:r>
              <a:rPr lang="en-US" altLang="en-US" sz="2800" i="1" dirty="0" smtClean="0"/>
              <a:t>How </a:t>
            </a:r>
            <a:r>
              <a:rPr lang="en-US" altLang="en-US" sz="2800" i="1" dirty="0"/>
              <a:t>did your team divide up the work?</a:t>
            </a:r>
            <a:r>
              <a:rPr lang="en-US" altLang="en-US" sz="2800" dirty="0"/>
              <a:t> </a:t>
            </a:r>
            <a:endParaRPr lang="en-S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Team member 1:</a:t>
            </a:r>
          </a:p>
          <a:p>
            <a:pPr lvl="1"/>
            <a:r>
              <a:rPr lang="en-US" altLang="en-US" i="1" dirty="0"/>
              <a:t>Gathered user information, responsible for </a:t>
            </a:r>
            <a:r>
              <a:rPr lang="en-US" altLang="en-US" i="1" dirty="0" smtClean="0"/>
              <a:t>developing ……</a:t>
            </a:r>
            <a:endParaRPr lang="en-US" altLang="en-US" i="1" dirty="0"/>
          </a:p>
          <a:p>
            <a:r>
              <a:rPr lang="en-US" altLang="en-US" dirty="0"/>
              <a:t>Team member 2:</a:t>
            </a:r>
          </a:p>
          <a:p>
            <a:pPr lvl="1"/>
            <a:r>
              <a:rPr lang="en-US" altLang="en-US" i="1" dirty="0" smtClean="0"/>
              <a:t>Designed and developed for the project features ….</a:t>
            </a:r>
            <a:endParaRPr lang="en-US" altLang="en-US" i="1" dirty="0"/>
          </a:p>
          <a:p>
            <a:r>
              <a:rPr lang="en-US" altLang="en-US" dirty="0"/>
              <a:t>Team member 3:</a:t>
            </a:r>
          </a:p>
          <a:p>
            <a:pPr lvl="1"/>
            <a:r>
              <a:rPr lang="en-US" altLang="en-US" i="1" dirty="0" smtClean="0"/>
              <a:t>Organized user feedback session ….</a:t>
            </a:r>
            <a:endParaRPr lang="en-US" altLang="en-US" i="1" dirty="0"/>
          </a:p>
          <a:p>
            <a:r>
              <a:rPr lang="en-US" altLang="en-US" dirty="0"/>
              <a:t>Team member </a:t>
            </a:r>
            <a:r>
              <a:rPr lang="en-US" altLang="en-US" dirty="0" smtClean="0"/>
              <a:t>4:</a:t>
            </a:r>
            <a:endParaRPr lang="en-US" altLang="en-US" dirty="0"/>
          </a:p>
          <a:p>
            <a:pPr lvl="1"/>
            <a:r>
              <a:rPr lang="en-US" altLang="en-US" i="1" dirty="0" smtClean="0"/>
              <a:t>Testing </a:t>
            </a:r>
            <a:r>
              <a:rPr lang="en-US" altLang="en-US" i="1" dirty="0"/>
              <a:t>of the </a:t>
            </a:r>
            <a:r>
              <a:rPr lang="en-US" altLang="en-US" i="1" dirty="0" smtClean="0"/>
              <a:t>project features  </a:t>
            </a:r>
            <a:r>
              <a:rPr lang="en-US" altLang="en-US" i="1" dirty="0"/>
              <a:t>….</a:t>
            </a:r>
          </a:p>
          <a:p>
            <a:endParaRPr lang="en-US" altLang="en-US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9707-2F8E-4472-ADF8-01249C88BC2B}" type="slidenum">
              <a:rPr lang="en-SG" smtClean="0"/>
              <a:pPr/>
              <a:t>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58169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Learning Points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Team member 1:</a:t>
            </a:r>
          </a:p>
          <a:p>
            <a:pPr lvl="1"/>
            <a:r>
              <a:rPr lang="en-US" altLang="en-US" i="1" dirty="0" smtClean="0"/>
              <a:t>Leant that ….</a:t>
            </a:r>
            <a:endParaRPr lang="en-US" altLang="en-US" i="1" dirty="0"/>
          </a:p>
          <a:p>
            <a:r>
              <a:rPr lang="en-US" altLang="en-US" dirty="0"/>
              <a:t>Team member 2:</a:t>
            </a:r>
          </a:p>
          <a:p>
            <a:pPr lvl="1"/>
            <a:r>
              <a:rPr lang="en-US" altLang="en-US" dirty="0" smtClean="0"/>
              <a:t>….</a:t>
            </a:r>
            <a:endParaRPr lang="en-US" altLang="en-US" dirty="0"/>
          </a:p>
          <a:p>
            <a:r>
              <a:rPr lang="en-US" altLang="en-US" dirty="0"/>
              <a:t>Team member 3</a:t>
            </a:r>
            <a:r>
              <a:rPr lang="en-US" altLang="en-US" dirty="0" smtClean="0"/>
              <a:t>:</a:t>
            </a:r>
          </a:p>
          <a:p>
            <a:pPr lvl="1"/>
            <a:r>
              <a:rPr lang="en-US" altLang="en-US" dirty="0" smtClean="0"/>
              <a:t>….</a:t>
            </a:r>
          </a:p>
          <a:p>
            <a:r>
              <a:rPr lang="en-US" altLang="en-US" dirty="0"/>
              <a:t>Team member </a:t>
            </a:r>
            <a:r>
              <a:rPr lang="en-US" altLang="en-US" dirty="0" smtClean="0"/>
              <a:t>4:</a:t>
            </a:r>
            <a:endParaRPr lang="en-US" altLang="en-US" dirty="0"/>
          </a:p>
          <a:p>
            <a:pPr lvl="1"/>
            <a:r>
              <a:rPr lang="en-US" altLang="en-US" dirty="0"/>
              <a:t>….</a:t>
            </a:r>
            <a:endParaRPr lang="en-SG" dirty="0"/>
          </a:p>
          <a:p>
            <a:pPr lvl="1"/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9707-2F8E-4472-ADF8-01249C88BC2B}" type="slidenum">
              <a:rPr lang="en-SG" smtClean="0"/>
              <a:pPr/>
              <a:t>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43916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2514" y="1122363"/>
            <a:ext cx="11116492" cy="2387600"/>
          </a:xfrm>
        </p:spPr>
        <p:txBody>
          <a:bodyPr>
            <a:normAutofit/>
          </a:bodyPr>
          <a:lstStyle/>
          <a:p>
            <a:r>
              <a:rPr lang="en-SG" sz="8000" dirty="0" smtClean="0"/>
              <a:t>Questions? </a:t>
            </a:r>
            <a:endParaRPr lang="en-SG" sz="16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634" y="6035040"/>
            <a:ext cx="5365696" cy="57865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C3A-2277-4A51-9644-C72F0B05BD4A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7319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64ED0F870AE48ADCB4972BF5C834C" ma:contentTypeVersion="13" ma:contentTypeDescription="Create a new document." ma:contentTypeScope="" ma:versionID="be0b247fce5ffc4230ca8cfc153d4cab">
  <xsd:schema xmlns:xsd="http://www.w3.org/2001/XMLSchema" xmlns:xs="http://www.w3.org/2001/XMLSchema" xmlns:p="http://schemas.microsoft.com/office/2006/metadata/properties" xmlns:ns3="ea75160f-9cd5-4bfe-98e1-0b281a0e3871" xmlns:ns4="15c98615-f4af-42ee-b945-85a48660f236" targetNamespace="http://schemas.microsoft.com/office/2006/metadata/properties" ma:root="true" ma:fieldsID="ced09113997f910c8bef2c2c27eed8b0" ns3:_="" ns4:_="">
    <xsd:import namespace="ea75160f-9cd5-4bfe-98e1-0b281a0e3871"/>
    <xsd:import namespace="15c98615-f4af-42ee-b945-85a48660f23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4:SharedWithUsers" minOccurs="0"/>
                <xsd:element ref="ns3:MediaServiceAutoTags" minOccurs="0"/>
                <xsd:element ref="ns3:MediaServiceOCR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75160f-9cd5-4bfe-98e1-0b281a0e38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c98615-f4af-42ee-b945-85a48660f23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4EEDB0-73C7-4B84-9C92-82DC7621CA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BC646F-2912-4299-9338-4706990A27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75160f-9cd5-4bfe-98e1-0b281a0e3871"/>
    <ds:schemaRef ds:uri="15c98615-f4af-42ee-b945-85a48660f2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8317A1E-AA3F-432E-9149-766FDD9F0E6E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ea75160f-9cd5-4bfe-98e1-0b281a0e3871"/>
    <ds:schemaRef ds:uri="http://schemas.microsoft.com/office/infopath/2007/PartnerControls"/>
    <ds:schemaRef ds:uri="http://purl.org/dc/dcmitype/"/>
    <ds:schemaRef ds:uri="15c98615-f4af-42ee-b945-85a48660f23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641</TotalTime>
  <Words>296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Major Project “the name of your Project” “the name of company, if there is”</vt:lpstr>
      <vt:lpstr>Project Overview</vt:lpstr>
      <vt:lpstr>Project Demo</vt:lpstr>
      <vt:lpstr>User’s Feedback</vt:lpstr>
      <vt:lpstr>Future Enhancements</vt:lpstr>
      <vt:lpstr>Project Dynamics - How did your team divide up the work? </vt:lpstr>
      <vt:lpstr>Learning Points</vt:lpstr>
      <vt:lpstr>Questions? 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Arithmetic Circuit  Homomorphic Encryption and Multiprocessing Enhancements</dc:title>
  <dc:creator>Yap Chern Nam</dc:creator>
  <cp:lastModifiedBy>Simon NGEOW (TP)</cp:lastModifiedBy>
  <cp:revision>35</cp:revision>
  <dcterms:created xsi:type="dcterms:W3CDTF">2019-05-22T00:45:29Z</dcterms:created>
  <dcterms:modified xsi:type="dcterms:W3CDTF">2020-09-08T04:41:32Z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0x01010028964ED0F870AE48ADCB4972BF5C834C</vt:lpwstr>
  </property>
  <property fmtid="{D5CDD505-2E9C-101B-9397-08002B2CF9AE}" pid="3" name="MSIP_Label_4bcb20ed-001a-45f4-b2e7-234c5fc91178_Enabled">
    <vt:lpwstr>True</vt:lpwstr>
  </property>
  <property fmtid="{D5CDD505-2E9C-101B-9397-08002B2CF9AE}" pid="4" name="MSIP_Label_4bcb20ed-001a-45f4-b2e7-234c5fc91178_SiteId">
    <vt:lpwstr>25a99bf0-8e72-472a-ae50-adfbdf0df6f1</vt:lpwstr>
  </property>
  <property fmtid="{D5CDD505-2E9C-101B-9397-08002B2CF9AE}" pid="5" name="MSIP_Label_4bcb20ed-001a-45f4-b2e7-234c5fc91178_Owner">
    <vt:lpwstr>ngeowtl@TP.EDU.SG</vt:lpwstr>
  </property>
  <property fmtid="{D5CDD505-2E9C-101B-9397-08002B2CF9AE}" pid="6" name="MSIP_Label_4bcb20ed-001a-45f4-b2e7-234c5fc91178_SetDate">
    <vt:lpwstr>2020-09-01T03:50:21.1965893Z</vt:lpwstr>
  </property>
  <property fmtid="{D5CDD505-2E9C-101B-9397-08002B2CF9AE}" pid="7" name="MSIP_Label_4bcb20ed-001a-45f4-b2e7-234c5fc91178_Name">
    <vt:lpwstr>OFFICIAL (CLOSED)</vt:lpwstr>
  </property>
  <property fmtid="{D5CDD505-2E9C-101B-9397-08002B2CF9AE}" pid="8" name="MSIP_Label_4bcb20ed-001a-45f4-b2e7-234c5fc91178_Application">
    <vt:lpwstr>Microsoft Azure Information Protection</vt:lpwstr>
  </property>
  <property fmtid="{D5CDD505-2E9C-101B-9397-08002B2CF9AE}" pid="9" name="MSIP_Label_4bcb20ed-001a-45f4-b2e7-234c5fc91178_ActionId">
    <vt:lpwstr>2976d1d3-48f1-4d87-8723-b449c57b1f04</vt:lpwstr>
  </property>
  <property fmtid="{D5CDD505-2E9C-101B-9397-08002B2CF9AE}" pid="10" name="MSIP_Label_4bcb20ed-001a-45f4-b2e7-234c5fc91178_Extended_MSFT_Method">
    <vt:lpwstr>Automatic</vt:lpwstr>
  </property>
  <property fmtid="{D5CDD505-2E9C-101B-9397-08002B2CF9AE}" pid="11" name="MSIP_Label_f69d7fc4-da81-42e5-b309-526f71322d86_Enabled">
    <vt:lpwstr>True</vt:lpwstr>
  </property>
  <property fmtid="{D5CDD505-2E9C-101B-9397-08002B2CF9AE}" pid="12" name="MSIP_Label_f69d7fc4-da81-42e5-b309-526f71322d86_SiteId">
    <vt:lpwstr>25a99bf0-8e72-472a-ae50-adfbdf0df6f1</vt:lpwstr>
  </property>
  <property fmtid="{D5CDD505-2E9C-101B-9397-08002B2CF9AE}" pid="13" name="MSIP_Label_f69d7fc4-da81-42e5-b309-526f71322d86_Owner">
    <vt:lpwstr>ngeowtl@TP.EDU.SG</vt:lpwstr>
  </property>
  <property fmtid="{D5CDD505-2E9C-101B-9397-08002B2CF9AE}" pid="14" name="MSIP_Label_f69d7fc4-da81-42e5-b309-526f71322d86_SetDate">
    <vt:lpwstr>2020-09-01T03:50:21.1965893Z</vt:lpwstr>
  </property>
  <property fmtid="{D5CDD505-2E9C-101B-9397-08002B2CF9AE}" pid="15" name="MSIP_Label_f69d7fc4-da81-42e5-b309-526f71322d86_Name">
    <vt:lpwstr>NON-SENSITIVE</vt:lpwstr>
  </property>
  <property fmtid="{D5CDD505-2E9C-101B-9397-08002B2CF9AE}" pid="16" name="MSIP_Label_f69d7fc4-da81-42e5-b309-526f71322d86_Application">
    <vt:lpwstr>Microsoft Azure Information Protection</vt:lpwstr>
  </property>
  <property fmtid="{D5CDD505-2E9C-101B-9397-08002B2CF9AE}" pid="17" name="MSIP_Label_f69d7fc4-da81-42e5-b309-526f71322d86_ActionId">
    <vt:lpwstr>2976d1d3-48f1-4d87-8723-b449c57b1f04</vt:lpwstr>
  </property>
  <property fmtid="{D5CDD505-2E9C-101B-9397-08002B2CF9AE}" pid="18" name="MSIP_Label_f69d7fc4-da81-42e5-b309-526f71322d86_Parent">
    <vt:lpwstr>4bcb20ed-001a-45f4-b2e7-234c5fc91178</vt:lpwstr>
  </property>
  <property fmtid="{D5CDD505-2E9C-101B-9397-08002B2CF9AE}" pid="19" name="MSIP_Label_f69d7fc4-da81-42e5-b309-526f71322d86_Extended_MSFT_Method">
    <vt:lpwstr>Automatic</vt:lpwstr>
  </property>
  <property fmtid="{D5CDD505-2E9C-101B-9397-08002B2CF9AE}" pid="20" name="Sensitivity">
    <vt:lpwstr>OFFICIAL (CLOSED) NON-SENSITIVE</vt:lpwstr>
  </property>
</Properties>
</file>