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391" r:id="rId6"/>
    <p:sldId id="393" r:id="rId7"/>
    <p:sldId id="394" r:id="rId8"/>
  </p:sldIdLst>
  <p:sldSz cx="9906000" cy="6858000" type="A4"/>
  <p:notesSz cx="7010400" cy="9296400"/>
  <p:defaultTextStyle>
    <a:defPPr>
      <a:defRPr lang="en-US"/>
    </a:defPPr>
    <a:lvl1pPr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56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28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00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72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9" autoAdjust="0"/>
    <p:restoredTop sz="95804" autoAdjust="0"/>
  </p:normalViewPr>
  <p:slideViewPr>
    <p:cSldViewPr snapToGrid="0" snapToObjects="1">
      <p:cViewPr varScale="1">
        <p:scale>
          <a:sx n="103" d="100"/>
          <a:sy n="103" d="100"/>
        </p:scale>
        <p:origin x="2232" y="6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BF2592C-E59C-4178-9814-1D752CC491CD}" type="datetimeFigureOut">
              <a:rPr lang="en-SG"/>
              <a:pPr/>
              <a:t>10/3/2022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89220B-50B5-46E9-AEBB-2AE38FF26A08}" type="slidenum">
              <a:rPr lang="en-SG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5752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28ECA6-C29D-4D3D-BD83-E86E6EB9B7B5}" type="datetimeFigureOut">
              <a:rPr lang="en-SG"/>
              <a:pPr/>
              <a:t>10/3/2022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7425" y="696913"/>
            <a:ext cx="503555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SG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AF50FA1-AA1A-40EA-9D3C-871601F30B36}" type="slidenum">
              <a:rPr lang="en-SG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744818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1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1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3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99F6D-B6E2-4D5F-AA72-E2D9E4F0E70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94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48" indent="0">
              <a:buNone/>
              <a:defRPr sz="2000" b="1"/>
            </a:lvl2pPr>
            <a:lvl3pPr marL="914296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2" indent="0">
              <a:buNone/>
              <a:defRPr sz="1600" b="1"/>
            </a:lvl5pPr>
            <a:lvl6pPr marL="2285740" indent="0">
              <a:buNone/>
              <a:defRPr sz="1600" b="1"/>
            </a:lvl6pPr>
            <a:lvl7pPr marL="2742888" indent="0">
              <a:buNone/>
              <a:defRPr sz="1600" b="1"/>
            </a:lvl7pPr>
            <a:lvl8pPr marL="3200036" indent="0">
              <a:buNone/>
              <a:defRPr sz="1600" b="1"/>
            </a:lvl8pPr>
            <a:lvl9pPr marL="36571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48" indent="0">
              <a:buNone/>
              <a:defRPr sz="2000" b="1"/>
            </a:lvl2pPr>
            <a:lvl3pPr marL="914296" indent="0">
              <a:buNone/>
              <a:defRPr sz="1800" b="1"/>
            </a:lvl3pPr>
            <a:lvl4pPr marL="1371445" indent="0">
              <a:buNone/>
              <a:defRPr sz="1600" b="1"/>
            </a:lvl4pPr>
            <a:lvl5pPr marL="1828592" indent="0">
              <a:buNone/>
              <a:defRPr sz="1600" b="1"/>
            </a:lvl5pPr>
            <a:lvl6pPr marL="2285740" indent="0">
              <a:buNone/>
              <a:defRPr sz="1600" b="1"/>
            </a:lvl6pPr>
            <a:lvl7pPr marL="2742888" indent="0">
              <a:buNone/>
              <a:defRPr sz="1600" b="1"/>
            </a:lvl7pPr>
            <a:lvl8pPr marL="3200036" indent="0">
              <a:buNone/>
              <a:defRPr sz="1600" b="1"/>
            </a:lvl8pPr>
            <a:lvl9pPr marL="365718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4B5ED-E012-4ED7-A8CF-A90CD02552C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99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0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6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49"/>
            <a:ext cx="3259006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6" indent="0">
              <a:buNone/>
              <a:defRPr sz="1100"/>
            </a:lvl3pPr>
            <a:lvl4pPr marL="1371445" indent="0">
              <a:buNone/>
              <a:defRPr sz="900"/>
            </a:lvl4pPr>
            <a:lvl5pPr marL="1828592" indent="0">
              <a:buNone/>
              <a:defRPr sz="900"/>
            </a:lvl5pPr>
            <a:lvl6pPr marL="2285740" indent="0">
              <a:buNone/>
              <a:defRPr sz="900"/>
            </a:lvl6pPr>
            <a:lvl7pPr marL="2742888" indent="0">
              <a:buNone/>
              <a:defRPr sz="900"/>
            </a:lvl7pPr>
            <a:lvl8pPr marL="3200036" indent="0">
              <a:buNone/>
              <a:defRPr sz="900"/>
            </a:lvl8pPr>
            <a:lvl9pPr marL="365718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455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dirty="0"/>
          </a:p>
          <a:p>
            <a:r>
              <a:rPr lang="en-GB" dirty="0"/>
              <a:t>Confidential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9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8" indent="0">
              <a:buNone/>
              <a:defRPr sz="2800"/>
            </a:lvl2pPr>
            <a:lvl3pPr marL="914296" indent="0">
              <a:buNone/>
              <a:defRPr sz="2300"/>
            </a:lvl3pPr>
            <a:lvl4pPr marL="1371445" indent="0">
              <a:buNone/>
              <a:defRPr sz="2000"/>
            </a:lvl4pPr>
            <a:lvl5pPr marL="1828592" indent="0">
              <a:buNone/>
              <a:defRPr sz="2000"/>
            </a:lvl5pPr>
            <a:lvl6pPr marL="2285740" indent="0">
              <a:buNone/>
              <a:defRPr sz="2000"/>
            </a:lvl6pPr>
            <a:lvl7pPr marL="2742888" indent="0">
              <a:buNone/>
              <a:defRPr sz="2000"/>
            </a:lvl7pPr>
            <a:lvl8pPr marL="3200036" indent="0">
              <a:buNone/>
              <a:defRPr sz="2000"/>
            </a:lvl8pPr>
            <a:lvl9pPr marL="3657184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6" indent="0">
              <a:buNone/>
              <a:defRPr sz="1100"/>
            </a:lvl3pPr>
            <a:lvl4pPr marL="1371445" indent="0">
              <a:buNone/>
              <a:defRPr sz="900"/>
            </a:lvl4pPr>
            <a:lvl5pPr marL="1828592" indent="0">
              <a:buNone/>
              <a:defRPr sz="900"/>
            </a:lvl5pPr>
            <a:lvl6pPr marL="2285740" indent="0">
              <a:buNone/>
              <a:defRPr sz="900"/>
            </a:lvl6pPr>
            <a:lvl7pPr marL="2742888" indent="0">
              <a:buNone/>
              <a:defRPr sz="900"/>
            </a:lvl7pPr>
            <a:lvl8pPr marL="3200036" indent="0">
              <a:buNone/>
              <a:defRPr sz="900"/>
            </a:lvl8pPr>
            <a:lvl9pPr marL="365718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CABDA-8CC6-4C6C-8772-19BE7896AE7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6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77E8A1-D1B5-435E-B2AC-D4E727D89DB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8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40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5B8056-E3BF-4305-A7F3-182AA822E1A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9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A0A0A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A0A0A0"/>
                </a:solidFill>
              </a:defRPr>
            </a:lvl1pPr>
          </a:lstStyle>
          <a:p>
            <a:r>
              <a:rPr lang="en-GB" dirty="0"/>
              <a:t>Confidential</a:t>
            </a:r>
            <a:endParaRPr lang="en-US" dirty="0"/>
          </a:p>
        </p:txBody>
      </p:sp>
      <p:pic>
        <p:nvPicPr>
          <p:cNvPr id="7" name="Picture 2" descr="C:\Users\judyp\AppData\Local\Microsoft\Windows\Temporary Internet Files\Content.Outlook\80OVQ6PQ\TP-IIT Logo_for White Bg (5)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6438553"/>
            <a:ext cx="2616200" cy="282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Calibri" pitchFamily="34" charset="0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45714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4571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81118" y="2957513"/>
            <a:ext cx="8426340" cy="1384984"/>
          </a:xfrm>
          <a:prstGeom prst="rect">
            <a:avLst/>
          </a:prstGeom>
          <a:noFill/>
        </p:spPr>
        <p:txBody>
          <a:bodyPr wrap="square" lIns="91429" tIns="45715" rIns="91429" bIns="45715">
            <a:spAutoFit/>
          </a:bodyPr>
          <a:lstStyle/>
          <a:p>
            <a:pPr algn="r" defTabSz="45714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+mn-lt"/>
                <a:cs typeface="+mn-cs"/>
              </a:rPr>
              <a:t>&lt;Project Title&gt;</a:t>
            </a:r>
          </a:p>
          <a:p>
            <a:pPr algn="r" defTabSz="45714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+mn-lt"/>
                <a:cs typeface="+mn-cs"/>
              </a:rPr>
              <a:t>&lt;Company, if applicable&gt;</a:t>
            </a:r>
          </a:p>
          <a:p>
            <a:pPr algn="r" defTabSz="45714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+mn-lt"/>
                <a:cs typeface="+mn-cs"/>
              </a:rPr>
              <a:t>&lt;Student Name&gt;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436563" y="6189663"/>
            <a:ext cx="9042400" cy="0"/>
          </a:xfrm>
          <a:prstGeom prst="line">
            <a:avLst/>
          </a:prstGeom>
          <a:ln w="22225">
            <a:solidFill>
              <a:schemeClr val="tx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2" name="Picture 2" descr="C:\Users\judyp\AppData\Local\Microsoft\Windows\Temporary Internet Files\Content.Outlook\80OVQ6PQ\TP-IIT Logo_for White Bg (5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738188"/>
            <a:ext cx="49911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Box 1"/>
          <p:cNvSpPr txBox="1">
            <a:spLocks noChangeArrowheads="1"/>
          </p:cNvSpPr>
          <p:nvPr/>
        </p:nvSpPr>
        <p:spPr bwMode="auto">
          <a:xfrm>
            <a:off x="5094288" y="4470400"/>
            <a:ext cx="4252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dirty="0"/>
              <a:t>&lt;Month Year&gt;</a:t>
            </a:r>
            <a:endParaRPr lang="en-SG" dirty="0"/>
          </a:p>
        </p:txBody>
      </p:sp>
      <p:sp>
        <p:nvSpPr>
          <p:cNvPr id="4" name="Rectangle 3"/>
          <p:cNvSpPr/>
          <p:nvPr/>
        </p:nvSpPr>
        <p:spPr>
          <a:xfrm>
            <a:off x="436563" y="6442364"/>
            <a:ext cx="2860819" cy="27911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Business Problems/Challenges</a:t>
            </a:r>
            <a:endParaRPr lang="en-SG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299" y="1453060"/>
            <a:ext cx="8983663" cy="4525963"/>
          </a:xfrm>
        </p:spPr>
        <p:txBody>
          <a:bodyPr/>
          <a:lstStyle/>
          <a:p>
            <a:r>
              <a:rPr lang="en-US" sz="2800" dirty="0"/>
              <a:t>&lt;Brief description of the business challenges/problems to solve and how is it done today&gt;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821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Solutions</a:t>
            </a:r>
            <a:endParaRPr lang="en-SG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299" y="1453060"/>
            <a:ext cx="8983663" cy="4525963"/>
          </a:xfrm>
        </p:spPr>
        <p:txBody>
          <a:bodyPr/>
          <a:lstStyle/>
          <a:p>
            <a:r>
              <a:rPr lang="en-US" sz="2800" dirty="0"/>
              <a:t>&lt;Overview of the solutions/findings of the project&gt;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50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 Business Impacts</a:t>
            </a:r>
            <a:endParaRPr lang="en-SG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5299" y="1453060"/>
            <a:ext cx="8983663" cy="4525963"/>
          </a:xfrm>
        </p:spPr>
        <p:txBody>
          <a:bodyPr/>
          <a:lstStyle/>
          <a:p>
            <a:r>
              <a:rPr lang="en-US" sz="2800" dirty="0"/>
              <a:t>&lt;Explain the business impact/value of the project&gt;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3782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">
      <a:dk1>
        <a:srgbClr val="666666"/>
      </a:dk1>
      <a:lt1>
        <a:sysClr val="window" lastClr="FFFFFF"/>
      </a:lt1>
      <a:dk2>
        <a:srgbClr val="EF3E42"/>
      </a:dk2>
      <a:lt2>
        <a:srgbClr val="00708D"/>
      </a:lt2>
      <a:accent1>
        <a:srgbClr val="86919A"/>
      </a:accent1>
      <a:accent2>
        <a:srgbClr val="A59783"/>
      </a:accent2>
      <a:accent3>
        <a:srgbClr val="8B998A"/>
      </a:accent3>
      <a:accent4>
        <a:srgbClr val="8D8D90"/>
      </a:accent4>
      <a:accent5>
        <a:srgbClr val="929285"/>
      </a:accent5>
      <a:accent6>
        <a:srgbClr val="2C2C2C"/>
      </a:accent6>
      <a:hlink>
        <a:srgbClr val="EF3E42"/>
      </a:hlink>
      <a:folHlink>
        <a:srgbClr val="38383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64ED0F870AE48ADCB4972BF5C834C" ma:contentTypeVersion="13" ma:contentTypeDescription="Create a new document." ma:contentTypeScope="" ma:versionID="be0b247fce5ffc4230ca8cfc153d4cab">
  <xsd:schema xmlns:xsd="http://www.w3.org/2001/XMLSchema" xmlns:xs="http://www.w3.org/2001/XMLSchema" xmlns:p="http://schemas.microsoft.com/office/2006/metadata/properties" xmlns:ns3="ea75160f-9cd5-4bfe-98e1-0b281a0e3871" xmlns:ns4="15c98615-f4af-42ee-b945-85a48660f236" targetNamespace="http://schemas.microsoft.com/office/2006/metadata/properties" ma:root="true" ma:fieldsID="ced09113997f910c8bef2c2c27eed8b0" ns3:_="" ns4:_="">
    <xsd:import namespace="ea75160f-9cd5-4bfe-98e1-0b281a0e3871"/>
    <xsd:import namespace="15c98615-f4af-42ee-b945-85a48660f2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3:MediaServiceAutoTags" minOccurs="0"/>
                <xsd:element ref="ns3:MediaServiceOCR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5160f-9cd5-4bfe-98e1-0b281a0e38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98615-f4af-42ee-b945-85a48660f23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F12524-A57E-4FEC-9B65-A3B30951B864}">
  <ds:schemaRefs>
    <ds:schemaRef ds:uri="http://purl.org/dc/elements/1.1/"/>
    <ds:schemaRef ds:uri="15c98615-f4af-42ee-b945-85a48660f236"/>
    <ds:schemaRef ds:uri="http://schemas.microsoft.com/office/infopath/2007/PartnerControls"/>
    <ds:schemaRef ds:uri="http://purl.org/dc/terms/"/>
    <ds:schemaRef ds:uri="http://purl.org/dc/dcmitype/"/>
    <ds:schemaRef ds:uri="ea75160f-9cd5-4bfe-98e1-0b281a0e3871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698DEE-1AAE-4EEB-B5C1-C47F2EF791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31FFD-C19A-4D35-9BF3-2FD732798A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75160f-9cd5-4bfe-98e1-0b281a0e3871"/>
    <ds:schemaRef ds:uri="15c98615-f4af-42ee-b945-85a48660f2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67</Words>
  <Application>Microsoft Office PowerPoint</Application>
  <PresentationFormat>A4 Paper (210x297 mm)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Business Problems/Challenges</vt:lpstr>
      <vt:lpstr>The Solutions</vt:lpstr>
      <vt:lpstr> Business Impacts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C</dc:title>
  <dc:creator>temp</dc:creator>
  <cp:lastModifiedBy>Chong Poh SEAH (TP)</cp:lastModifiedBy>
  <cp:revision>354</cp:revision>
  <cp:lastPrinted>2013-11-12T02:33:26Z</cp:lastPrinted>
  <dcterms:created xsi:type="dcterms:W3CDTF">2011-12-19T01:47:12Z</dcterms:created>
  <dcterms:modified xsi:type="dcterms:W3CDTF">2022-03-10T01:39:24Z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nu">
    <vt:lpwstr>2</vt:lpwstr>
  </property>
  <property fmtid="{D5CDD505-2E9C-101B-9397-08002B2CF9AE}" pid="3" name="MSIP_Label_4bcb20ed-001a-45f4-b2e7-234c5fc91178_Enabled">
    <vt:lpwstr>True</vt:lpwstr>
  </property>
  <property fmtid="{D5CDD505-2E9C-101B-9397-08002B2CF9AE}" pid="4" name="MSIP_Label_4bcb20ed-001a-45f4-b2e7-234c5fc91178_SiteId">
    <vt:lpwstr>25a99bf0-8e72-472a-ae50-adfbdf0df6f1</vt:lpwstr>
  </property>
  <property fmtid="{D5CDD505-2E9C-101B-9397-08002B2CF9AE}" pid="5" name="MSIP_Label_4bcb20ed-001a-45f4-b2e7-234c5fc91178_Owner">
    <vt:lpwstr>lwilliam@TP.EDU.SG</vt:lpwstr>
  </property>
  <property fmtid="{D5CDD505-2E9C-101B-9397-08002B2CF9AE}" pid="6" name="MSIP_Label_4bcb20ed-001a-45f4-b2e7-234c5fc91178_SetDate">
    <vt:lpwstr>2020-09-11T09:31:40.3135992Z</vt:lpwstr>
  </property>
  <property fmtid="{D5CDD505-2E9C-101B-9397-08002B2CF9AE}" pid="7" name="MSIP_Label_4bcb20ed-001a-45f4-b2e7-234c5fc91178_Name">
    <vt:lpwstr>OFFICIAL (CLOSED)</vt:lpwstr>
  </property>
  <property fmtid="{D5CDD505-2E9C-101B-9397-08002B2CF9AE}" pid="8" name="MSIP_Label_4bcb20ed-001a-45f4-b2e7-234c5fc91178_Application">
    <vt:lpwstr>Microsoft Azure Information Protection</vt:lpwstr>
  </property>
  <property fmtid="{D5CDD505-2E9C-101B-9397-08002B2CF9AE}" pid="9" name="MSIP_Label_4bcb20ed-001a-45f4-b2e7-234c5fc91178_ActionId">
    <vt:lpwstr>6fa23242-b16b-4717-85b6-93738fb65ed2</vt:lpwstr>
  </property>
  <property fmtid="{D5CDD505-2E9C-101B-9397-08002B2CF9AE}" pid="10" name="MSIP_Label_4bcb20ed-001a-45f4-b2e7-234c5fc91178_Extended_MSFT_Method">
    <vt:lpwstr>Automatic</vt:lpwstr>
  </property>
  <property fmtid="{D5CDD505-2E9C-101B-9397-08002B2CF9AE}" pid="11" name="MSIP_Label_f69d7fc4-da81-42e5-b309-526f71322d86_Enabled">
    <vt:lpwstr>True</vt:lpwstr>
  </property>
  <property fmtid="{D5CDD505-2E9C-101B-9397-08002B2CF9AE}" pid="12" name="MSIP_Label_f69d7fc4-da81-42e5-b309-526f71322d86_SiteId">
    <vt:lpwstr>25a99bf0-8e72-472a-ae50-adfbdf0df6f1</vt:lpwstr>
  </property>
  <property fmtid="{D5CDD505-2E9C-101B-9397-08002B2CF9AE}" pid="13" name="MSIP_Label_f69d7fc4-da81-42e5-b309-526f71322d86_Owner">
    <vt:lpwstr>lwilliam@TP.EDU.SG</vt:lpwstr>
  </property>
  <property fmtid="{D5CDD505-2E9C-101B-9397-08002B2CF9AE}" pid="14" name="MSIP_Label_f69d7fc4-da81-42e5-b309-526f71322d86_SetDate">
    <vt:lpwstr>2020-09-11T09:31:40.3135992Z</vt:lpwstr>
  </property>
  <property fmtid="{D5CDD505-2E9C-101B-9397-08002B2CF9AE}" pid="15" name="MSIP_Label_f69d7fc4-da81-42e5-b309-526f71322d86_Name">
    <vt:lpwstr>NON-SENSITIVE</vt:lpwstr>
  </property>
  <property fmtid="{D5CDD505-2E9C-101B-9397-08002B2CF9AE}" pid="16" name="MSIP_Label_f69d7fc4-da81-42e5-b309-526f71322d86_Application">
    <vt:lpwstr>Microsoft Azure Information Protection</vt:lpwstr>
  </property>
  <property fmtid="{D5CDD505-2E9C-101B-9397-08002B2CF9AE}" pid="17" name="MSIP_Label_f69d7fc4-da81-42e5-b309-526f71322d86_ActionId">
    <vt:lpwstr>6fa23242-b16b-4717-85b6-93738fb65ed2</vt:lpwstr>
  </property>
  <property fmtid="{D5CDD505-2E9C-101B-9397-08002B2CF9AE}" pid="18" name="MSIP_Label_f69d7fc4-da81-42e5-b309-526f71322d86_Parent">
    <vt:lpwstr>4bcb20ed-001a-45f4-b2e7-234c5fc91178</vt:lpwstr>
  </property>
  <property fmtid="{D5CDD505-2E9C-101B-9397-08002B2CF9AE}" pid="19" name="MSIP_Label_f69d7fc4-da81-42e5-b309-526f71322d86_Extended_MSFT_Method">
    <vt:lpwstr>Automatic</vt:lpwstr>
  </property>
  <property fmtid="{D5CDD505-2E9C-101B-9397-08002B2CF9AE}" pid="20" name="Sensitivity">
    <vt:lpwstr>OFFICIAL (CLOSED) NON-SENSITIVE</vt:lpwstr>
  </property>
  <property fmtid="{D5CDD505-2E9C-101B-9397-08002B2CF9AE}" pid="21" name="ContentTypeId">
    <vt:lpwstr>0x01010028964ED0F870AE48ADCB4972BF5C834C</vt:lpwstr>
  </property>
</Properties>
</file>