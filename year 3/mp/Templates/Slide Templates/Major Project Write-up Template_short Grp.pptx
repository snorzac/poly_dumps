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3" r:id="rId4"/>
  </p:sldMasterIdLst>
  <p:notesMasterIdLst>
    <p:notesMasterId r:id="rId6"/>
  </p:notesMasterIdLst>
  <p:sldIdLst>
    <p:sldId id="256" r:id="rId5"/>
  </p:sldIdLst>
  <p:sldSz cx="12192000" cy="6858000"/>
  <p:notesSz cx="6858000" cy="9144000"/>
  <p:custDataLst>
    <p:tags r:id="rId7"/>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urzahiah Jumat" initials="NJ" lastIdx="1" clrIdx="0">
    <p:extLst>
      <p:ext uri="{19B8F6BF-5375-455C-9EA6-DF929625EA0E}">
        <p15:presenceInfo xmlns:p15="http://schemas.microsoft.com/office/powerpoint/2012/main" userId="S-1-5-21-69290438-237730288-637696952-2750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snapToGrid="0">
      <p:cViewPr varScale="1">
        <p:scale>
          <a:sx n="107" d="100"/>
          <a:sy n="107" d="100"/>
        </p:scale>
        <p:origin x="728" y="88"/>
      </p:cViewPr>
      <p:guideLst/>
    </p:cSldViewPr>
  </p:slideViewPr>
  <p:notesTextViewPr>
    <p:cViewPr>
      <p:scale>
        <a:sx n="1" d="1"/>
        <a:sy n="1" d="1"/>
      </p:scale>
      <p:origin x="0" y="0"/>
    </p:cViewPr>
  </p:notesTextViewPr>
  <p:notesViewPr>
    <p:cSldViewPr snapToGrid="0">
      <p:cViewPr varScale="1">
        <p:scale>
          <a:sx n="50" d="100"/>
          <a:sy n="50" d="100"/>
        </p:scale>
        <p:origin x="2635" y="53"/>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commentAuthors" Target="commentAuthors.xml"/><Relationship Id="rId3" Type="http://schemas.openxmlformats.org/officeDocument/2006/relationships/customXml" Target="../customXml/item3.xml"/><Relationship Id="rId7" Type="http://schemas.openxmlformats.org/officeDocument/2006/relationships/tags" Target="tags/tag1.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A978FF-FA44-4FAD-B4E4-6052BBBB54EE}" type="datetimeFigureOut">
              <a:rPr lang="en-SG" smtClean="0"/>
              <a:t>10/3/2022</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29C96A2-1761-4780-96FF-17F2ACA4BD07}" type="slidenum">
              <a:rPr lang="en-SG" smtClean="0"/>
              <a:t>‹#›</a:t>
            </a:fld>
            <a:endParaRPr lang="en-SG"/>
          </a:p>
        </p:txBody>
      </p:sp>
    </p:spTree>
    <p:extLst>
      <p:ext uri="{BB962C8B-B14F-4D97-AF65-F5344CB8AC3E}">
        <p14:creationId xmlns:p14="http://schemas.microsoft.com/office/powerpoint/2010/main" val="6031482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256517" y="185197"/>
            <a:ext cx="6935483" cy="1862205"/>
          </a:xfrm>
          <a:prstGeom prst="rect">
            <a:avLst/>
          </a:prstGeom>
        </p:spPr>
      </p:pic>
      <p:sp>
        <p:nvSpPr>
          <p:cNvPr id="2" name="Title 1"/>
          <p:cNvSpPr>
            <a:spLocks noGrp="1"/>
          </p:cNvSpPr>
          <p:nvPr>
            <p:ph type="title"/>
          </p:nvPr>
        </p:nvSpPr>
        <p:spPr>
          <a:xfrm>
            <a:off x="5651769" y="1116299"/>
            <a:ext cx="5749047" cy="630373"/>
          </a:xfrm>
        </p:spPr>
        <p:txBody>
          <a:bodyPr>
            <a:noAutofit/>
          </a:bodyPr>
          <a:lstStyle>
            <a:lvl1pPr algn="r">
              <a:defRPr sz="300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21377140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526292" y="93034"/>
            <a:ext cx="3664184" cy="983848"/>
          </a:xfrm>
          <a:prstGeom prst="rect">
            <a:avLst/>
          </a:prstGeom>
        </p:spPr>
      </p:pic>
      <p:sp>
        <p:nvSpPr>
          <p:cNvPr id="2" name="Title 1"/>
          <p:cNvSpPr>
            <a:spLocks noGrp="1"/>
          </p:cNvSpPr>
          <p:nvPr>
            <p:ph type="title"/>
          </p:nvPr>
        </p:nvSpPr>
        <p:spPr>
          <a:xfrm>
            <a:off x="8813259" y="487679"/>
            <a:ext cx="2957208" cy="589203"/>
          </a:xfrm>
        </p:spPr>
        <p:txBody>
          <a:bodyPr>
            <a:noAutofit/>
          </a:bodyPr>
          <a:lstStyle>
            <a:lvl1pPr algn="r">
              <a:defRPr sz="150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8850812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4735212"/>
      </p:ext>
    </p:extLst>
  </p:cSld>
  <p:clrMapOvr>
    <a:masterClrMapping/>
  </p:clrMapOvr>
  <mc:AlternateContent xmlns:mc="http://schemas.openxmlformats.org/markup-compatibility/2006" xmlns:p14="http://schemas.microsoft.com/office/powerpoint/2010/main">
    <mc:Choice Requires="p14">
      <p:transition spd="slow" advTm="6000">
        <p14:prism/>
      </p:transition>
    </mc:Choice>
    <mc:Fallback xmlns="">
      <p:transition spd="slow" advTm="6000">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67802431"/>
      </p:ext>
    </p:extLst>
  </p:cSld>
  <p:clrMapOvr>
    <a:masterClrMapping/>
  </p:clrMapOvr>
  <mc:AlternateContent xmlns:mc="http://schemas.openxmlformats.org/markup-compatibility/2006" xmlns:p14="http://schemas.microsoft.com/office/powerpoint/2010/main">
    <mc:Choice Requires="p14">
      <p:transition spd="slow" advTm="6000">
        <p14:prism/>
      </p:transition>
    </mc:Choice>
    <mc:Fallback xmlns="">
      <p:transition spd="slow" advTm="6000">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838526" y="199755"/>
            <a:ext cx="9941670" cy="1325563"/>
          </a:xfrm>
          <a:prstGeom prst="rect">
            <a:avLst/>
          </a:prstGeom>
        </p:spPr>
        <p:txBody>
          <a:bodyPr vert="horz" lIns="91440" tIns="45720" rIns="91440" bIns="45720" rtlCol="0" anchor="ctr">
            <a:normAutofit/>
          </a:bodyPr>
          <a:lstStyle/>
          <a:p>
            <a:r>
              <a:rPr lang="en-US"/>
              <a:t>Click to edit Master title style</a:t>
            </a:r>
            <a:endParaRPr lang="en-US" dirty="0"/>
          </a:p>
        </p:txBody>
      </p:sp>
      <p:pic>
        <p:nvPicPr>
          <p:cNvPr id="7" name="Picture 6"/>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8849004" y="6366999"/>
            <a:ext cx="2931192" cy="315226"/>
          </a:xfrm>
          <a:prstGeom prst="rect">
            <a:avLst/>
          </a:prstGeom>
        </p:spPr>
      </p:pic>
      <p:pic>
        <p:nvPicPr>
          <p:cNvPr id="8" name="Picture 7"/>
          <p:cNvPicPr>
            <a:picLocks noChangeAspect="1"/>
          </p:cNvPicPr>
          <p:nvPr userDrawn="1"/>
        </p:nvPicPr>
        <p:blipFill rotWithShape="1">
          <a:blip r:embed="rId7" cstate="print">
            <a:extLst>
              <a:ext uri="{28A0092B-C50C-407E-A947-70E740481C1C}">
                <a14:useLocalDpi xmlns:a14="http://schemas.microsoft.com/office/drawing/2010/main" val="0"/>
              </a:ext>
            </a:extLst>
          </a:blip>
          <a:srcRect l="41865" t="4294" r="-1" b="25854"/>
          <a:stretch/>
        </p:blipFill>
        <p:spPr>
          <a:xfrm>
            <a:off x="-125730" y="-114300"/>
            <a:ext cx="1842938" cy="3829050"/>
          </a:xfrm>
          <a:prstGeom prst="rect">
            <a:avLst/>
          </a:prstGeom>
        </p:spPr>
      </p:pic>
      <p:pic>
        <p:nvPicPr>
          <p:cNvPr id="11" name="Picture 10"/>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0" y="5806485"/>
            <a:ext cx="878666" cy="875740"/>
          </a:xfrm>
          <a:prstGeom prst="rect">
            <a:avLst/>
          </a:prstGeom>
        </p:spPr>
      </p:pic>
    </p:spTree>
    <p:extLst>
      <p:ext uri="{BB962C8B-B14F-4D97-AF65-F5344CB8AC3E}">
        <p14:creationId xmlns:p14="http://schemas.microsoft.com/office/powerpoint/2010/main" val="2626387703"/>
      </p:ext>
    </p:extLst>
  </p:cSld>
  <p:clrMap bg1="lt1" tx1="dk1" bg2="lt2" tx2="dk2" accent1="accent1" accent2="accent2" accent3="accent3" accent4="accent4" accent5="accent5" accent6="accent6" hlink="hlink" folHlink="folHlink"/>
  <p:sldLayoutIdLst>
    <p:sldLayoutId id="2147483665" r:id="rId1"/>
    <p:sldLayoutId id="2147483677" r:id="rId2"/>
    <p:sldLayoutId id="2147483675" r:id="rId3"/>
    <p:sldLayoutId id="2147483676" r:id="rId4"/>
  </p:sldLayoutIdLst>
  <mc:AlternateContent xmlns:mc="http://schemas.openxmlformats.org/markup-compatibility/2006" xmlns:p14="http://schemas.microsoft.com/office/powerpoint/2010/main">
    <mc:Choice Requires="p14">
      <p:transition spd="slow">
        <p14:prism/>
      </p:transition>
    </mc:Choice>
    <mc:Fallback xmlns="">
      <p:transition spd="slow" advTm="6000">
        <p:fade/>
      </p:transition>
    </mc:Fallback>
  </mc:AlternateContent>
  <p:txStyles>
    <p:titleStyle>
      <a:lvl1pPr algn="l" defTabSz="914400" rtl="0" eaLnBrk="1" latinLnBrk="0" hangingPunct="1">
        <a:lnSpc>
          <a:spcPct val="90000"/>
        </a:lnSpc>
        <a:spcBef>
          <a:spcPct val="0"/>
        </a:spcBef>
        <a:buNone/>
        <a:defRPr sz="4400" b="1" kern="1200">
          <a:solidFill>
            <a:srgbClr val="0070C0"/>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2372496" y="1198976"/>
            <a:ext cx="9012195" cy="2600712"/>
          </a:xfrm>
          <a:prstGeom prst="rect">
            <a:avLst/>
          </a:prstGeom>
          <a:noFill/>
        </p:spPr>
        <p:txBody>
          <a:bodyPr wrap="square" rtlCol="0">
            <a:spAutoFit/>
          </a:bodyPr>
          <a:lstStyle/>
          <a:p>
            <a:r>
              <a:rPr lang="en-US" b="1" dirty="0">
                <a:solidFill>
                  <a:schemeClr val="accent1">
                    <a:lumMod val="50000"/>
                  </a:schemeClr>
                </a:solidFill>
              </a:rPr>
              <a:t>Project Background in 2-3 lines</a:t>
            </a:r>
          </a:p>
          <a:p>
            <a:endParaRPr lang="en-US" sz="1600" b="1" dirty="0">
              <a:solidFill>
                <a:schemeClr val="accent1">
                  <a:lumMod val="50000"/>
                </a:schemeClr>
              </a:solidFill>
            </a:endParaRPr>
          </a:p>
          <a:p>
            <a:pPr algn="just"/>
            <a:r>
              <a:rPr lang="en-US" sz="1600" dirty="0">
                <a:solidFill>
                  <a:schemeClr val="tx1">
                    <a:lumMod val="85000"/>
                    <a:lumOff val="15000"/>
                  </a:schemeClr>
                </a:solidFill>
              </a:rPr>
              <a:t>Describe </a:t>
            </a:r>
            <a:r>
              <a:rPr lang="en-US" sz="1600" b="1" u="sng" dirty="0">
                <a:solidFill>
                  <a:schemeClr val="tx1">
                    <a:lumMod val="85000"/>
                    <a:lumOff val="15000"/>
                  </a:schemeClr>
                </a:solidFill>
              </a:rPr>
              <a:t>in layman’s terms</a:t>
            </a:r>
            <a:r>
              <a:rPr lang="en-US" sz="1600" dirty="0">
                <a:solidFill>
                  <a:schemeClr val="tx1">
                    <a:lumMod val="85000"/>
                    <a:lumOff val="15000"/>
                  </a:schemeClr>
                </a:solidFill>
              </a:rPr>
              <a:t>:</a:t>
            </a:r>
          </a:p>
          <a:p>
            <a:pPr marL="285750" indent="-285750" algn="just">
              <a:buFont typeface="Arial" panose="020B0604020202020204" pitchFamily="34" charset="0"/>
              <a:buChar char="•"/>
            </a:pPr>
            <a:r>
              <a:rPr lang="en-US" sz="1600" dirty="0">
                <a:solidFill>
                  <a:schemeClr val="tx1">
                    <a:lumMod val="85000"/>
                    <a:lumOff val="15000"/>
                  </a:schemeClr>
                </a:solidFill>
              </a:rPr>
              <a:t>What problem does your project solve?</a:t>
            </a:r>
          </a:p>
          <a:p>
            <a:pPr algn="just"/>
            <a:endParaRPr lang="en-US" sz="1600" dirty="0">
              <a:solidFill>
                <a:schemeClr val="tx1">
                  <a:lumMod val="85000"/>
                  <a:lumOff val="15000"/>
                </a:schemeClr>
              </a:solidFill>
            </a:endParaRPr>
          </a:p>
          <a:p>
            <a:pPr algn="just"/>
            <a:r>
              <a:rPr lang="en-US" sz="1600" dirty="0">
                <a:solidFill>
                  <a:schemeClr val="tx1">
                    <a:lumMod val="85000"/>
                    <a:lumOff val="15000"/>
                  </a:schemeClr>
                </a:solidFill>
              </a:rPr>
              <a:t>Around </a:t>
            </a:r>
            <a:r>
              <a:rPr lang="en-US" sz="1600" b="1" dirty="0">
                <a:solidFill>
                  <a:srgbClr val="FF0000"/>
                </a:solidFill>
              </a:rPr>
              <a:t>2-3 lines </a:t>
            </a:r>
            <a:r>
              <a:rPr lang="en-US" sz="1600" dirty="0">
                <a:solidFill>
                  <a:schemeClr val="tx1">
                    <a:lumMod val="85000"/>
                    <a:lumOff val="15000"/>
                  </a:schemeClr>
                </a:solidFill>
              </a:rPr>
              <a:t>only. </a:t>
            </a:r>
            <a:endParaRPr lang="en-US" sz="1600" dirty="0">
              <a:solidFill>
                <a:srgbClr val="FF0000"/>
              </a:solidFill>
            </a:endParaRPr>
          </a:p>
          <a:p>
            <a:endParaRPr lang="en-US" sz="1000" dirty="0"/>
          </a:p>
          <a:p>
            <a:pPr algn="just"/>
            <a:r>
              <a:rPr lang="en-SG" sz="1100" i="1" dirty="0">
                <a:solidFill>
                  <a:srgbClr val="FF0000"/>
                </a:solidFill>
              </a:rPr>
              <a:t>Sample:</a:t>
            </a:r>
          </a:p>
          <a:p>
            <a:pPr algn="just"/>
            <a:endParaRPr lang="en-SG" sz="1100" i="1" dirty="0">
              <a:solidFill>
                <a:srgbClr val="FF0000"/>
              </a:solidFill>
            </a:endParaRPr>
          </a:p>
          <a:p>
            <a:pPr algn="just"/>
            <a:r>
              <a:rPr lang="en-SG" sz="1100" i="1" dirty="0">
                <a:solidFill>
                  <a:srgbClr val="FF0000"/>
                </a:solidFill>
              </a:rPr>
              <a:t>Adaptive Traffic is an object detection software trained using deep learning technology. It detects emergency vehicles on the road and has the potential to control traffic lights to turn them in favour of these emergency vehicles. Thus, emergency vehicles can reach their destinations in a faster and safer way.</a:t>
            </a:r>
          </a:p>
          <a:p>
            <a:pPr algn="just"/>
            <a:endParaRPr lang="en-SG" sz="1100" i="1" dirty="0">
              <a:solidFill>
                <a:srgbClr val="FF0000"/>
              </a:solidFill>
            </a:endParaRPr>
          </a:p>
        </p:txBody>
      </p:sp>
      <p:sp>
        <p:nvSpPr>
          <p:cNvPr id="2" name="Title 1"/>
          <p:cNvSpPr>
            <a:spLocks noGrp="1"/>
          </p:cNvSpPr>
          <p:nvPr>
            <p:ph type="title"/>
          </p:nvPr>
        </p:nvSpPr>
        <p:spPr/>
        <p:txBody>
          <a:bodyPr/>
          <a:lstStyle/>
          <a:p>
            <a:endParaRPr lang="en-SG"/>
          </a:p>
        </p:txBody>
      </p:sp>
      <p:sp>
        <p:nvSpPr>
          <p:cNvPr id="14" name="Rectangle 13">
            <a:extLst>
              <a:ext uri="{FF2B5EF4-FFF2-40B4-BE49-F238E27FC236}">
                <a16:creationId xmlns:a16="http://schemas.microsoft.com/office/drawing/2014/main" id="{930546F5-8267-467F-9C3F-D2DA823CCB47}"/>
              </a:ext>
            </a:extLst>
          </p:cNvPr>
          <p:cNvSpPr/>
          <p:nvPr/>
        </p:nvSpPr>
        <p:spPr>
          <a:xfrm>
            <a:off x="418222" y="4565241"/>
            <a:ext cx="1633002" cy="1200329"/>
          </a:xfrm>
          <a:prstGeom prst="rect">
            <a:avLst/>
          </a:prstGeom>
          <a:noFill/>
        </p:spPr>
        <p:txBody>
          <a:bodyPr wrap="square">
            <a:spAutoFit/>
          </a:bodyPr>
          <a:lstStyle/>
          <a:p>
            <a:r>
              <a:rPr lang="en-US" sz="900" b="1" dirty="0">
                <a:solidFill>
                  <a:schemeClr val="tx2"/>
                </a:solidFill>
              </a:rPr>
              <a:t>Project By</a:t>
            </a:r>
          </a:p>
          <a:p>
            <a:pPr marL="171450" indent="-171450">
              <a:buFont typeface="Arial" panose="020B0604020202020204" pitchFamily="34" charset="0"/>
              <a:buChar char="•"/>
            </a:pPr>
            <a:r>
              <a:rPr lang="en-US" sz="900" i="1" dirty="0"/>
              <a:t>Joseph Tan (Project Leader)</a:t>
            </a:r>
          </a:p>
          <a:p>
            <a:pPr marL="171450" indent="-171450">
              <a:buFont typeface="Arial" panose="020B0604020202020204" pitchFamily="34" charset="0"/>
              <a:buChar char="•"/>
            </a:pPr>
            <a:r>
              <a:rPr lang="en-US" sz="900" i="1" dirty="0"/>
              <a:t>Alan Wong</a:t>
            </a:r>
          </a:p>
          <a:p>
            <a:pPr marL="171450" indent="-171450">
              <a:buFont typeface="Arial" panose="020B0604020202020204" pitchFamily="34" charset="0"/>
              <a:buChar char="•"/>
            </a:pPr>
            <a:r>
              <a:rPr lang="en-US" sz="900" i="1" dirty="0"/>
              <a:t>Siti </a:t>
            </a:r>
            <a:r>
              <a:rPr lang="en-US" sz="900" i="1" dirty="0" err="1"/>
              <a:t>Aishah</a:t>
            </a:r>
            <a:r>
              <a:rPr lang="en-US" sz="900" i="1" dirty="0"/>
              <a:t> Bte Ali</a:t>
            </a:r>
          </a:p>
          <a:p>
            <a:pPr marL="171450" indent="-171450">
              <a:buFont typeface="Arial" panose="020B0604020202020204" pitchFamily="34" charset="0"/>
              <a:buChar char="•"/>
            </a:pPr>
            <a:r>
              <a:rPr lang="en-US" sz="900" i="1" dirty="0"/>
              <a:t>Yeo Ah Beng</a:t>
            </a:r>
          </a:p>
          <a:p>
            <a:endParaRPr lang="en-US" sz="900" dirty="0"/>
          </a:p>
          <a:p>
            <a:r>
              <a:rPr lang="en-US" sz="900" b="1" dirty="0">
                <a:solidFill>
                  <a:schemeClr val="tx2"/>
                </a:solidFill>
              </a:rPr>
              <a:t>Supervisor</a:t>
            </a:r>
          </a:p>
          <a:p>
            <a:r>
              <a:rPr lang="en-US" sz="900" i="1" dirty="0"/>
              <a:t>Staff Name (</a:t>
            </a:r>
            <a:r>
              <a:rPr lang="en-US" sz="900" i="1" dirty="0" err="1"/>
              <a:t>Ms</a:t>
            </a:r>
            <a:r>
              <a:rPr lang="en-US" sz="900" i="1" dirty="0"/>
              <a:t>)</a:t>
            </a:r>
          </a:p>
        </p:txBody>
      </p:sp>
    </p:spTree>
    <p:extLst>
      <p:ext uri="{BB962C8B-B14F-4D97-AF65-F5344CB8AC3E}">
        <p14:creationId xmlns:p14="http://schemas.microsoft.com/office/powerpoint/2010/main" val="3863817917"/>
      </p:ext>
    </p:extLst>
  </p:cSld>
  <p:clrMapOvr>
    <a:masterClrMapping/>
  </p:clrMapOvr>
  <mc:AlternateContent xmlns:mc="http://schemas.openxmlformats.org/markup-compatibility/2006" xmlns:p14="http://schemas.microsoft.com/office/powerpoint/2010/main">
    <mc:Choice Requires="p14">
      <p:transition spd="slow">
        <p14:prism/>
      </p:transition>
    </mc:Choice>
    <mc:Fallback xmlns="">
      <p:transition spd="slow" advTm="6000">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MMPROD_UIDATA" val="&lt;database version=&quot;11.0&quot;&gt;&lt;object type=&quot;1&quot; unique_id=&quot;10001&quot;&gt;&lt;object type=&quot;2&quot; unique_id=&quot;11141&quot;&gt;&lt;object type=&quot;3&quot; unique_id=&quot;11142&quot;&gt;&lt;property id=&quot;20148&quot; value=&quot;5&quot;/&gt;&lt;property id=&quot;20300&quot; value=&quot;Slide 1&quot;/&gt;&lt;property id=&quot;20307&quot; value=&quot;257&quot;/&gt;&lt;/object&gt;&lt;object type=&quot;3&quot; unique_id=&quot;11143&quot;&gt;&lt;property id=&quot;20148&quot; value=&quot;5&quot;/&gt;&lt;property id=&quot;20300&quot; value=&quot;Slide 2&quot;/&gt;&lt;property id=&quot;20307&quot; value=&quot;256&quot;/&gt;&lt;/object&gt;&lt;object type=&quot;3&quot; unique_id=&quot;11144&quot;&gt;&lt;property id=&quot;20148&quot; value=&quot;5&quot;/&gt;&lt;property id=&quot;20300&quot; value=&quot;Slide 3&quot;/&gt;&lt;property id=&quot;20307&quot; value=&quot;258&quot;/&gt;&lt;/object&gt;&lt;/object&gt;&lt;object type=&quot;8&quot; unique_id=&quot;11149&quot;&gt;&lt;/object&gt;&lt;/object&gt;&lt;/database&gt;"/>
  <p:tag name="MMPROD_NEXTUNIQUEID" val="10019"/>
  <p:tag name="SECTOMILLISECCONVERTED" val="1"/>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1A0D7BD58FEB34DAF68A71563032284" ma:contentTypeVersion="14" ma:contentTypeDescription="Create a new document." ma:contentTypeScope="" ma:versionID="ce30258f3b67edb34d893f5a356100e1">
  <xsd:schema xmlns:xsd="http://www.w3.org/2001/XMLSchema" xmlns:xs="http://www.w3.org/2001/XMLSchema" xmlns:p="http://schemas.microsoft.com/office/2006/metadata/properties" xmlns:ns3="7687d3ce-4fc8-4b8b-bc08-1c9c6d041877" xmlns:ns4="af494ad1-8ff8-41a8-9d00-c7da0096e256" targetNamespace="http://schemas.microsoft.com/office/2006/metadata/properties" ma:root="true" ma:fieldsID="0402cba03a8e5cedd9b36a487d154001" ns3:_="" ns4:_="">
    <xsd:import namespace="7687d3ce-4fc8-4b8b-bc08-1c9c6d041877"/>
    <xsd:import namespace="af494ad1-8ff8-41a8-9d00-c7da0096e256"/>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DateTaken" minOccurs="0"/>
                <xsd:element ref="ns3:MediaServiceAutoTags" minOccurs="0"/>
                <xsd:element ref="ns3:MediaServiceLocation"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687d3ce-4fc8-4b8b-bc08-1c9c6d04187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af494ad1-8ff8-41a8-9d00-c7da0096e256"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89501FC-84B6-40A8-A813-2796BF4B4E7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687d3ce-4fc8-4b8b-bc08-1c9c6d041877"/>
    <ds:schemaRef ds:uri="af494ad1-8ff8-41a8-9d00-c7da0096e25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AEDD8DF-D960-4207-A5B6-DD09F45739E2}">
  <ds:schemaRefs>
    <ds:schemaRef ds:uri="http://schemas.openxmlformats.org/package/2006/metadata/core-properties"/>
    <ds:schemaRef ds:uri="af494ad1-8ff8-41a8-9d00-c7da0096e256"/>
    <ds:schemaRef ds:uri="http://schemas.microsoft.com/office/infopath/2007/PartnerControls"/>
    <ds:schemaRef ds:uri="http://schemas.microsoft.com/office/2006/documentManagement/types"/>
    <ds:schemaRef ds:uri="http://purl.org/dc/terms/"/>
    <ds:schemaRef ds:uri="7687d3ce-4fc8-4b8b-bc08-1c9c6d041877"/>
    <ds:schemaRef ds:uri="http://purl.org/dc/elements/1.1/"/>
    <ds:schemaRef ds:uri="http://schemas.microsoft.com/office/2006/metadata/properties"/>
    <ds:schemaRef ds:uri="http://www.w3.org/XML/1998/namespace"/>
    <ds:schemaRef ds:uri="http://purl.org/dc/dcmitype/"/>
  </ds:schemaRefs>
</ds:datastoreItem>
</file>

<file path=customXml/itemProps3.xml><?xml version="1.0" encoding="utf-8"?>
<ds:datastoreItem xmlns:ds="http://schemas.openxmlformats.org/officeDocument/2006/customXml" ds:itemID="{F21DE6EE-7388-4440-A30A-A7367FAAC6F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990</TotalTime>
  <Words>100</Words>
  <Application>Microsoft Office PowerPoint</Application>
  <PresentationFormat>Widescreen</PresentationFormat>
  <Paragraphs>18</Paragraphs>
  <Slides>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PowerPoint Presentation</vt:lpstr>
    </vt:vector>
  </TitlesOfParts>
  <Company>Temasek Polytechnic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Eber-Tan Yu Lin, Josephine</dc:creator>
  <cp:lastModifiedBy>Chong Poh SEAH (TP)</cp:lastModifiedBy>
  <cp:revision>70</cp:revision>
  <dcterms:created xsi:type="dcterms:W3CDTF">2016-02-01T08:21:31Z</dcterms:created>
  <dcterms:modified xsi:type="dcterms:W3CDTF">2022-03-10T01:46:26Z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0x01010061A0D7BD58FEB34DAF68A71563032284</vt:lpwstr>
  </property>
  <property fmtid="{D5CDD505-2E9C-101B-9397-08002B2CF9AE}" pid="3" name="MSIP_Label_f69d7fc4-da81-42e5-b309-526f71322d86_Enabled">
    <vt:lpwstr>true</vt:lpwstr>
  </property>
  <property fmtid="{D5CDD505-2E9C-101B-9397-08002B2CF9AE}" pid="4" name="MSIP_Label_f69d7fc4-da81-42e5-b309-526f71322d86_SetDate">
    <vt:lpwstr>2021-07-26T04:50:53Z</vt:lpwstr>
  </property>
  <property fmtid="{D5CDD505-2E9C-101B-9397-08002B2CF9AE}" pid="5" name="MSIP_Label_f69d7fc4-da81-42e5-b309-526f71322d86_Method">
    <vt:lpwstr>Standard</vt:lpwstr>
  </property>
  <property fmtid="{D5CDD505-2E9C-101B-9397-08002B2CF9AE}" pid="6" name="MSIP_Label_f69d7fc4-da81-42e5-b309-526f71322d86_Name">
    <vt:lpwstr>Non Sensitive</vt:lpwstr>
  </property>
  <property fmtid="{D5CDD505-2E9C-101B-9397-08002B2CF9AE}" pid="7" name="MSIP_Label_f69d7fc4-da81-42e5-b309-526f71322d86_SiteId">
    <vt:lpwstr>25a99bf0-8e72-472a-ae50-adfbdf0df6f1</vt:lpwstr>
  </property>
  <property fmtid="{D5CDD505-2E9C-101B-9397-08002B2CF9AE}" pid="8" name="MSIP_Label_f69d7fc4-da81-42e5-b309-526f71322d86_ActionId">
    <vt:lpwstr>20750fad-ed7b-4588-8839-a5eb96b46526</vt:lpwstr>
  </property>
  <property fmtid="{D5CDD505-2E9C-101B-9397-08002B2CF9AE}" pid="9" name="MSIP_Label_f69d7fc4-da81-42e5-b309-526f71322d86_ContentBits">
    <vt:lpwstr>0</vt:lpwstr>
  </property>
</Properties>
</file>