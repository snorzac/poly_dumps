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8"/>
  </p:notesMasterIdLst>
  <p:sldIdLst>
    <p:sldId id="257" r:id="rId5"/>
    <p:sldId id="256" r:id="rId6"/>
    <p:sldId id="258" r:id="rId7"/>
  </p:sldIdLst>
  <p:sldSz cx="9144000" cy="6858000" type="screen4x3"/>
  <p:notesSz cx="6858000" cy="9144000"/>
  <p:custDataLst>
    <p:tags r:id="rId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urzahiah Jumat" initials="NJ" lastIdx="1" clrIdx="0">
    <p:extLst>
      <p:ext uri="{19B8F6BF-5375-455C-9EA6-DF929625EA0E}">
        <p15:presenceInfo xmlns:p15="http://schemas.microsoft.com/office/powerpoint/2012/main" userId="S-1-5-21-69290438-237730288-637696952-2750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704" autoAdjust="0"/>
    <p:restoredTop sz="94660"/>
  </p:normalViewPr>
  <p:slideViewPr>
    <p:cSldViewPr snapToGrid="0">
      <p:cViewPr varScale="1">
        <p:scale>
          <a:sx n="75" d="100"/>
          <a:sy n="75" d="100"/>
        </p:scale>
        <p:origin x="128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0" d="100"/>
          <a:sy n="50" d="100"/>
        </p:scale>
        <p:origin x="2635" y="5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tags" Target="tags/tag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A978FF-FA44-4FAD-B4E4-6052BBBB54EE}" type="datetimeFigureOut">
              <a:rPr lang="en-SG" smtClean="0"/>
              <a:t>17/8/2020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9C96A2-1761-4780-96FF-17F2ACA4BD0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03148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8515" y="185195"/>
            <a:ext cx="6935483" cy="186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534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6000">
        <p14:prism/>
      </p:transition>
    </mc:Choice>
    <mc:Fallback xmlns="">
      <p:transition spd="slow" advTm="6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9816" y="93034"/>
            <a:ext cx="3664184" cy="983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011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6000">
        <p14:prism/>
      </p:transition>
    </mc:Choice>
    <mc:Fallback xmlns="">
      <p:transition spd="slow" advTm="6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6440" y="6269719"/>
            <a:ext cx="2931192" cy="31522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865" t="4294" r="-1" b="25854"/>
          <a:stretch/>
        </p:blipFill>
        <p:spPr>
          <a:xfrm>
            <a:off x="-125730" y="-114300"/>
            <a:ext cx="1842938" cy="38290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2161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mc:AlternateContent xmlns:mc="http://schemas.openxmlformats.org/markup-compatibility/2006" xmlns:p14="http://schemas.microsoft.com/office/powerpoint/2010/main">
    <mc:Choice Requires="p14">
      <p:transition spd="slow" advTm="6000">
        <p14:prism/>
      </p:transition>
    </mc:Choice>
    <mc:Fallback xmlns="">
      <p:transition spd="slow" advTm="60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u="none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90350"/>
            <a:ext cx="624061" cy="62198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579201" y="1116297"/>
            <a:ext cx="61941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Your Project Title Here ….</a:t>
            </a:r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0546F5-8267-467F-9C3F-D2DA823CCB47}"/>
              </a:ext>
            </a:extLst>
          </p:cNvPr>
          <p:cNvSpPr/>
          <p:nvPr/>
        </p:nvSpPr>
        <p:spPr>
          <a:xfrm>
            <a:off x="114775" y="4795898"/>
            <a:ext cx="1633002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dirty="0">
                <a:solidFill>
                  <a:schemeClr val="tx2"/>
                </a:solidFill>
              </a:rPr>
              <a:t>Project By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i="1" dirty="0" smtClean="0"/>
              <a:t>Your name here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i="1" dirty="0" smtClean="0"/>
              <a:t>Team member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i="1" dirty="0" smtClean="0"/>
              <a:t>Team member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i="1" dirty="0" smtClean="0"/>
              <a:t>Team member 3</a:t>
            </a:r>
            <a:endParaRPr lang="en-US" sz="900" i="1" dirty="0"/>
          </a:p>
          <a:p>
            <a:endParaRPr lang="en-US" sz="900" dirty="0"/>
          </a:p>
          <a:p>
            <a:r>
              <a:rPr lang="en-US" sz="900" b="1" dirty="0" smtClean="0">
                <a:solidFill>
                  <a:schemeClr val="tx2"/>
                </a:solidFill>
              </a:rPr>
              <a:t>Supervisor</a:t>
            </a:r>
          </a:p>
          <a:p>
            <a:endParaRPr lang="en-US" sz="900" b="1" dirty="0">
              <a:solidFill>
                <a:schemeClr val="tx2"/>
              </a:solidFill>
            </a:endParaRPr>
          </a:p>
          <a:p>
            <a:r>
              <a:rPr lang="en-US" sz="900" b="1" dirty="0" smtClean="0">
                <a:solidFill>
                  <a:schemeClr val="tx2"/>
                </a:solidFill>
              </a:rPr>
              <a:t>Supervisor name (</a:t>
            </a:r>
            <a:r>
              <a:rPr lang="en-US" sz="900" b="1" dirty="0" err="1" smtClean="0">
                <a:solidFill>
                  <a:schemeClr val="tx2"/>
                </a:solidFill>
              </a:rPr>
              <a:t>Mr</a:t>
            </a:r>
            <a:r>
              <a:rPr lang="en-US" sz="900" b="1" dirty="0" smtClean="0">
                <a:solidFill>
                  <a:schemeClr val="tx2"/>
                </a:solidFill>
              </a:rPr>
              <a:t>/Ms)</a:t>
            </a:r>
            <a:endParaRPr lang="en-US" sz="900" b="1" dirty="0">
              <a:solidFill>
                <a:schemeClr val="tx2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90613" y="3061547"/>
            <a:ext cx="56692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i="1" dirty="0" smtClean="0"/>
              <a:t>Insert a picture of your project here ….</a:t>
            </a:r>
            <a:endParaRPr lang="en-SG" sz="4800" i="1" dirty="0"/>
          </a:p>
        </p:txBody>
      </p:sp>
    </p:spTree>
    <p:extLst>
      <p:ext uri="{BB962C8B-B14F-4D97-AF65-F5344CB8AC3E}">
        <p14:creationId xmlns:p14="http://schemas.microsoft.com/office/powerpoint/2010/main" val="3864275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6000">
        <p14:prism/>
      </p:transition>
    </mc:Choice>
    <mc:Fallback xmlns="">
      <p:transition spd="slow" advTm="6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90350"/>
            <a:ext cx="624061" cy="62198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42040" y="1496267"/>
            <a:ext cx="6734864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Project Background</a:t>
            </a:r>
          </a:p>
          <a:p>
            <a:pPr algn="just"/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project is </a:t>
            </a:r>
            <a:r>
              <a:rPr lang="en-US" sz="14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…….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Key </a:t>
            </a: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Features include: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Description on your project here ….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US" sz="1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0546F5-8267-467F-9C3F-D2DA823CCB47}"/>
              </a:ext>
            </a:extLst>
          </p:cNvPr>
          <p:cNvSpPr/>
          <p:nvPr/>
        </p:nvSpPr>
        <p:spPr>
          <a:xfrm>
            <a:off x="114775" y="4795898"/>
            <a:ext cx="1633002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dirty="0">
                <a:solidFill>
                  <a:schemeClr val="tx2"/>
                </a:solidFill>
              </a:rPr>
              <a:t>Project By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i="1" dirty="0" smtClean="0"/>
              <a:t>Your name here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i="1" dirty="0" smtClean="0"/>
              <a:t>Team member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i="1" dirty="0" smtClean="0"/>
              <a:t>Team member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i="1" dirty="0" smtClean="0"/>
              <a:t>Team member 3</a:t>
            </a:r>
            <a:endParaRPr lang="en-US" sz="900" i="1" dirty="0"/>
          </a:p>
          <a:p>
            <a:endParaRPr lang="en-US" sz="900" dirty="0"/>
          </a:p>
          <a:p>
            <a:r>
              <a:rPr lang="en-US" sz="900" b="1" dirty="0" smtClean="0">
                <a:solidFill>
                  <a:schemeClr val="tx2"/>
                </a:solidFill>
              </a:rPr>
              <a:t>Supervisor</a:t>
            </a:r>
          </a:p>
          <a:p>
            <a:endParaRPr lang="en-US" sz="900" b="1" dirty="0">
              <a:solidFill>
                <a:schemeClr val="tx2"/>
              </a:solidFill>
            </a:endParaRPr>
          </a:p>
          <a:p>
            <a:r>
              <a:rPr lang="en-US" sz="900" b="1" dirty="0" smtClean="0">
                <a:solidFill>
                  <a:schemeClr val="tx2"/>
                </a:solidFill>
              </a:rPr>
              <a:t>Supervisor name (</a:t>
            </a:r>
            <a:r>
              <a:rPr lang="en-US" sz="900" b="1" dirty="0" err="1" smtClean="0">
                <a:solidFill>
                  <a:schemeClr val="tx2"/>
                </a:solidFill>
              </a:rPr>
              <a:t>Mr</a:t>
            </a:r>
            <a:r>
              <a:rPr lang="en-US" sz="900" b="1" dirty="0" smtClean="0">
                <a:solidFill>
                  <a:schemeClr val="tx2"/>
                </a:solidFill>
              </a:rPr>
              <a:t>/Ms)</a:t>
            </a:r>
            <a:endParaRPr lang="en-US" sz="9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3817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6000">
        <p14:prism/>
      </p:transition>
    </mc:Choice>
    <mc:Fallback xmlns="">
      <p:transition spd="slow" advTm="6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90350"/>
            <a:ext cx="624061" cy="62198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06800" y="1314354"/>
            <a:ext cx="629227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Key Benefits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Key Technologies Used</a:t>
            </a:r>
          </a:p>
          <a:p>
            <a:endParaRPr lang="en-US" sz="1600" dirty="0" smtClean="0"/>
          </a:p>
          <a:p>
            <a:endParaRPr lang="en-US" sz="1600" dirty="0"/>
          </a:p>
          <a:p>
            <a:endParaRPr lang="en-US" sz="1600" dirty="0" smtClean="0"/>
          </a:p>
          <a:p>
            <a:endParaRPr lang="en-US" sz="1600" dirty="0"/>
          </a:p>
          <a:p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Potential Enhancements</a:t>
            </a:r>
          </a:p>
          <a:p>
            <a:endParaRPr lang="en-US" sz="1600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endParaRPr lang="en-US" sz="1600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endParaRPr lang="en-US" sz="1600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endParaRPr lang="en-US" sz="1600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sz="1600" b="1" dirty="0" smtClean="0">
                <a:solidFill>
                  <a:schemeClr val="accent1">
                    <a:lumMod val="50000"/>
                  </a:schemeClr>
                </a:solidFill>
              </a:rPr>
              <a:t>Industry 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Partner</a:t>
            </a:r>
          </a:p>
          <a:p>
            <a:r>
              <a:rPr lang="en-US" sz="1600" dirty="0" smtClean="0"/>
              <a:t>External Company / Temasek </a:t>
            </a:r>
            <a:r>
              <a:rPr lang="en-US" sz="1600" dirty="0"/>
              <a:t>Polytechnic</a:t>
            </a:r>
          </a:p>
          <a:p>
            <a:endParaRPr lang="en-US" sz="16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0546F5-8267-467F-9C3F-D2DA823CCB47}"/>
              </a:ext>
            </a:extLst>
          </p:cNvPr>
          <p:cNvSpPr/>
          <p:nvPr/>
        </p:nvSpPr>
        <p:spPr>
          <a:xfrm>
            <a:off x="114775" y="4795898"/>
            <a:ext cx="1633002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dirty="0">
                <a:solidFill>
                  <a:schemeClr val="tx2"/>
                </a:solidFill>
              </a:rPr>
              <a:t>Project By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i="1" dirty="0" smtClean="0"/>
              <a:t>Your name here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i="1" dirty="0" smtClean="0"/>
              <a:t>Team member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i="1" dirty="0" smtClean="0"/>
              <a:t>Team member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i="1" dirty="0" smtClean="0"/>
              <a:t>Team member 3</a:t>
            </a:r>
            <a:endParaRPr lang="en-US" sz="900" i="1" dirty="0"/>
          </a:p>
          <a:p>
            <a:endParaRPr lang="en-US" sz="900" dirty="0"/>
          </a:p>
          <a:p>
            <a:r>
              <a:rPr lang="en-US" sz="900" b="1" dirty="0" smtClean="0">
                <a:solidFill>
                  <a:schemeClr val="tx2"/>
                </a:solidFill>
              </a:rPr>
              <a:t>Supervisor</a:t>
            </a:r>
          </a:p>
          <a:p>
            <a:endParaRPr lang="en-US" sz="900" b="1" dirty="0">
              <a:solidFill>
                <a:schemeClr val="tx2"/>
              </a:solidFill>
            </a:endParaRPr>
          </a:p>
          <a:p>
            <a:r>
              <a:rPr lang="en-US" sz="900" b="1" dirty="0" smtClean="0">
                <a:solidFill>
                  <a:schemeClr val="tx2"/>
                </a:solidFill>
              </a:rPr>
              <a:t>Supervisor name (</a:t>
            </a:r>
            <a:r>
              <a:rPr lang="en-US" sz="900" b="1" dirty="0" err="1" smtClean="0">
                <a:solidFill>
                  <a:schemeClr val="tx2"/>
                </a:solidFill>
              </a:rPr>
              <a:t>Mr</a:t>
            </a:r>
            <a:r>
              <a:rPr lang="en-US" sz="900" b="1" dirty="0" smtClean="0">
                <a:solidFill>
                  <a:schemeClr val="tx2"/>
                </a:solidFill>
              </a:rPr>
              <a:t>/Ms)</a:t>
            </a:r>
            <a:endParaRPr lang="en-US" sz="9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9142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6000">
        <p14:prism/>
      </p:transition>
    </mc:Choice>
    <mc:Fallback xmlns="">
      <p:transition spd="slow" advTm="6000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UIDATA" val="&lt;database version=&quot;11.0&quot;&gt;&lt;object type=&quot;1&quot; unique_id=&quot;10001&quot;&gt;&lt;object type=&quot;2&quot; unique_id=&quot;11141&quot;&gt;&lt;object type=&quot;3&quot; unique_id=&quot;11142&quot;&gt;&lt;property id=&quot;20148&quot; value=&quot;5&quot;/&gt;&lt;property id=&quot;20300&quot; value=&quot;Slide 1&quot;/&gt;&lt;property id=&quot;20307&quot; value=&quot;257&quot;/&gt;&lt;/object&gt;&lt;object type=&quot;3&quot; unique_id=&quot;11143&quot;&gt;&lt;property id=&quot;20148&quot; value=&quot;5&quot;/&gt;&lt;property id=&quot;20300&quot; value=&quot;Slide 2&quot;/&gt;&lt;property id=&quot;20307&quot; value=&quot;256&quot;/&gt;&lt;/object&gt;&lt;object type=&quot;3&quot; unique_id=&quot;11144&quot;&gt;&lt;property id=&quot;20148&quot; value=&quot;5&quot;/&gt;&lt;property id=&quot;20300&quot; value=&quot;Slide 3&quot;/&gt;&lt;property id=&quot;20307&quot; value=&quot;258&quot;/&gt;&lt;/object&gt;&lt;/object&gt;&lt;object type=&quot;8&quot; unique_id=&quot;11149&quot;&gt;&lt;/object&gt;&lt;/object&gt;&lt;/database&gt;"/>
  <p:tag name="MMPROD_NEXTUNIQUEID" val="10019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964ED0F870AE48ADCB4972BF5C834C" ma:contentTypeVersion="13" ma:contentTypeDescription="Create a new document." ma:contentTypeScope="" ma:versionID="be0b247fce5ffc4230ca8cfc153d4cab">
  <xsd:schema xmlns:xsd="http://www.w3.org/2001/XMLSchema" xmlns:xs="http://www.w3.org/2001/XMLSchema" xmlns:p="http://schemas.microsoft.com/office/2006/metadata/properties" xmlns:ns3="ea75160f-9cd5-4bfe-98e1-0b281a0e3871" xmlns:ns4="15c98615-f4af-42ee-b945-85a48660f236" targetNamespace="http://schemas.microsoft.com/office/2006/metadata/properties" ma:root="true" ma:fieldsID="ced09113997f910c8bef2c2c27eed8b0" ns3:_="" ns4:_="">
    <xsd:import namespace="ea75160f-9cd5-4bfe-98e1-0b281a0e3871"/>
    <xsd:import namespace="15c98615-f4af-42ee-b945-85a48660f23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4:SharedWithUsers" minOccurs="0"/>
                <xsd:element ref="ns3:MediaServiceAutoTags" minOccurs="0"/>
                <xsd:element ref="ns3:MediaServiceOCR" minOccurs="0"/>
                <xsd:element ref="ns4:SharedWithDetails" minOccurs="0"/>
                <xsd:element ref="ns4:SharingHintHash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75160f-9cd5-4bfe-98e1-0b281a0e387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2" nillable="true" ma:displayName="MediaServiceAutoTags" ma:description="" ma:internalName="MediaServiceAutoTags" ma:readOnly="true">
      <xsd:simpleType>
        <xsd:restriction base="dms:Text"/>
      </xsd:simpleType>
    </xsd:element>
    <xsd:element name="MediaServiceOCR" ma:index="13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c98615-f4af-42ee-b945-85a48660f236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11FFFC0-E5DC-47A0-B007-87AB3A2A0DB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a75160f-9cd5-4bfe-98e1-0b281a0e3871"/>
    <ds:schemaRef ds:uri="15c98615-f4af-42ee-b945-85a48660f23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21DE6EE-7388-4440-A30A-A7367FAAC6F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EDD8DF-D960-4207-A5B6-DD09F45739E2}">
  <ds:schemaRefs>
    <ds:schemaRef ds:uri="http://schemas.microsoft.com/office/infopath/2007/PartnerControls"/>
    <ds:schemaRef ds:uri="http://purl.org/dc/dcmitype/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15c98615-f4af-42ee-b945-85a48660f236"/>
    <ds:schemaRef ds:uri="ea75160f-9cd5-4bfe-98e1-0b281a0e3871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1031</TotalTime>
  <Words>103</Words>
  <Application>Microsoft Office PowerPoint</Application>
  <PresentationFormat>On-screen Show (4:3)</PresentationFormat>
  <Paragraphs>53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>Temasek Polytechnic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Eber-Tan Yu Lin, Josephine</dc:creator>
  <cp:lastModifiedBy>Ngeow Teck Liang, Simon</cp:lastModifiedBy>
  <cp:revision>88</cp:revision>
  <dcterms:created xsi:type="dcterms:W3CDTF">2016-02-01T08:21:31Z</dcterms:created>
  <dcterms:modified xsi:type="dcterms:W3CDTF">2020-08-17T07:46:26Z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0x01010028964ED0F870AE48ADCB4972BF5C834C</vt:lpwstr>
  </property>
  <property fmtid="{D5CDD505-2E9C-101B-9397-08002B2CF9AE}" pid="3" name="MSIP_Label_4bcb20ed-001a-45f4-b2e7-234c5fc91178_Enabled">
    <vt:lpwstr>True</vt:lpwstr>
  </property>
  <property fmtid="{D5CDD505-2E9C-101B-9397-08002B2CF9AE}" pid="4" name="MSIP_Label_4bcb20ed-001a-45f4-b2e7-234c5fc91178_SiteId">
    <vt:lpwstr>25a99bf0-8e72-472a-ae50-adfbdf0df6f1</vt:lpwstr>
  </property>
  <property fmtid="{D5CDD505-2E9C-101B-9397-08002B2CF9AE}" pid="5" name="MSIP_Label_4bcb20ed-001a-45f4-b2e7-234c5fc91178_Owner">
    <vt:lpwstr>njumat@TP.EDU.SG</vt:lpwstr>
  </property>
  <property fmtid="{D5CDD505-2E9C-101B-9397-08002B2CF9AE}" pid="6" name="MSIP_Label_4bcb20ed-001a-45f4-b2e7-234c5fc91178_SetDate">
    <vt:lpwstr>2020-01-20T09:57:14.7943635Z</vt:lpwstr>
  </property>
  <property fmtid="{D5CDD505-2E9C-101B-9397-08002B2CF9AE}" pid="7" name="MSIP_Label_4bcb20ed-001a-45f4-b2e7-234c5fc91178_Name">
    <vt:lpwstr>Official (Closed)</vt:lpwstr>
  </property>
  <property fmtid="{D5CDD505-2E9C-101B-9397-08002B2CF9AE}" pid="8" name="MSIP_Label_4bcb20ed-001a-45f4-b2e7-234c5fc91178_Application">
    <vt:lpwstr>Microsoft Azure Information Protection</vt:lpwstr>
  </property>
  <property fmtid="{D5CDD505-2E9C-101B-9397-08002B2CF9AE}" pid="9" name="MSIP_Label_4bcb20ed-001a-45f4-b2e7-234c5fc91178_ActionId">
    <vt:lpwstr>20750fad-ed7b-4588-8839-a5eb96b46526</vt:lpwstr>
  </property>
  <property fmtid="{D5CDD505-2E9C-101B-9397-08002B2CF9AE}" pid="10" name="MSIP_Label_4bcb20ed-001a-45f4-b2e7-234c5fc91178_Extended_MSFT_Method">
    <vt:lpwstr>Automatic</vt:lpwstr>
  </property>
  <property fmtid="{D5CDD505-2E9C-101B-9397-08002B2CF9AE}" pid="11" name="MSIP_Label_f69d7fc4-da81-42e5-b309-526f71322d86_Enabled">
    <vt:lpwstr>True</vt:lpwstr>
  </property>
  <property fmtid="{D5CDD505-2E9C-101B-9397-08002B2CF9AE}" pid="12" name="MSIP_Label_f69d7fc4-da81-42e5-b309-526f71322d86_SiteId">
    <vt:lpwstr>25a99bf0-8e72-472a-ae50-adfbdf0df6f1</vt:lpwstr>
  </property>
  <property fmtid="{D5CDD505-2E9C-101B-9397-08002B2CF9AE}" pid="13" name="MSIP_Label_f69d7fc4-da81-42e5-b309-526f71322d86_Owner">
    <vt:lpwstr>njumat@TP.EDU.SG</vt:lpwstr>
  </property>
  <property fmtid="{D5CDD505-2E9C-101B-9397-08002B2CF9AE}" pid="14" name="MSIP_Label_f69d7fc4-da81-42e5-b309-526f71322d86_SetDate">
    <vt:lpwstr>2020-01-20T09:57:14.7943635Z</vt:lpwstr>
  </property>
  <property fmtid="{D5CDD505-2E9C-101B-9397-08002B2CF9AE}" pid="15" name="MSIP_Label_f69d7fc4-da81-42e5-b309-526f71322d86_Name">
    <vt:lpwstr>Non-Sensitive</vt:lpwstr>
  </property>
  <property fmtid="{D5CDD505-2E9C-101B-9397-08002B2CF9AE}" pid="16" name="MSIP_Label_f69d7fc4-da81-42e5-b309-526f71322d86_Application">
    <vt:lpwstr>Microsoft Azure Information Protection</vt:lpwstr>
  </property>
  <property fmtid="{D5CDD505-2E9C-101B-9397-08002B2CF9AE}" pid="17" name="MSIP_Label_f69d7fc4-da81-42e5-b309-526f71322d86_ActionId">
    <vt:lpwstr>20750fad-ed7b-4588-8839-a5eb96b46526</vt:lpwstr>
  </property>
  <property fmtid="{D5CDD505-2E9C-101B-9397-08002B2CF9AE}" pid="18" name="MSIP_Label_f69d7fc4-da81-42e5-b309-526f71322d86_Parent">
    <vt:lpwstr>4bcb20ed-001a-45f4-b2e7-234c5fc91178</vt:lpwstr>
  </property>
  <property fmtid="{D5CDD505-2E9C-101B-9397-08002B2CF9AE}" pid="19" name="MSIP_Label_f69d7fc4-da81-42e5-b309-526f71322d86_Extended_MSFT_Method">
    <vt:lpwstr>Automatic</vt:lpwstr>
  </property>
  <property fmtid="{D5CDD505-2E9C-101B-9397-08002B2CF9AE}" pid="20" name="Sensitivity">
    <vt:lpwstr>Official (Closed) Non-Sensitive</vt:lpwstr>
  </property>
</Properties>
</file>