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107D1D-9EDD-4D6E-A378-CDC4C95C7E03}" v="32" dt="2023-06-26T12:54:44.3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3" autoAdjust="0"/>
    <p:restoredTop sz="94660"/>
  </p:normalViewPr>
  <p:slideViewPr>
    <p:cSldViewPr snapToGrid="0">
      <p:cViewPr varScale="1">
        <p:scale>
          <a:sx n="117" d="100"/>
          <a:sy n="117" d="100"/>
        </p:scale>
        <p:origin x="34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aac Tan" userId="dbab5342b76938bf" providerId="LiveId" clId="{FE107D1D-9EDD-4D6E-A378-CDC4C95C7E03}"/>
    <pc:docChg chg="undo redo custSel addSld modSld">
      <pc:chgData name="Isaac Tan" userId="dbab5342b76938bf" providerId="LiveId" clId="{FE107D1D-9EDD-4D6E-A378-CDC4C95C7E03}" dt="2023-06-26T12:54:44.316" v="4206" actId="20577"/>
      <pc:docMkLst>
        <pc:docMk/>
      </pc:docMkLst>
      <pc:sldChg chg="modSp mod">
        <pc:chgData name="Isaac Tan" userId="dbab5342b76938bf" providerId="LiveId" clId="{FE107D1D-9EDD-4D6E-A378-CDC4C95C7E03}" dt="2023-06-26T12:50:42.535" v="3935" actId="20577"/>
        <pc:sldMkLst>
          <pc:docMk/>
          <pc:sldMk cId="2812666118" sldId="256"/>
        </pc:sldMkLst>
        <pc:spChg chg="mod">
          <ac:chgData name="Isaac Tan" userId="dbab5342b76938bf" providerId="LiveId" clId="{FE107D1D-9EDD-4D6E-A378-CDC4C95C7E03}" dt="2023-06-26T12:50:36.982" v="3934" actId="6549"/>
          <ac:spMkLst>
            <pc:docMk/>
            <pc:sldMk cId="2812666118" sldId="256"/>
            <ac:spMk id="2" creationId="{212FD746-BBDC-7F27-7A22-E079DF0A9D75}"/>
          </ac:spMkLst>
        </pc:spChg>
        <pc:spChg chg="mod">
          <ac:chgData name="Isaac Tan" userId="dbab5342b76938bf" providerId="LiveId" clId="{FE107D1D-9EDD-4D6E-A378-CDC4C95C7E03}" dt="2023-06-26T12:50:42.535" v="3935" actId="20577"/>
          <ac:spMkLst>
            <pc:docMk/>
            <pc:sldMk cId="2812666118" sldId="256"/>
            <ac:spMk id="3" creationId="{A0329B3C-1297-2D12-D34D-70E19C07B2C0}"/>
          </ac:spMkLst>
        </pc:spChg>
      </pc:sldChg>
      <pc:sldChg chg="modSp new mod modAnim">
        <pc:chgData name="Isaac Tan" userId="dbab5342b76938bf" providerId="LiveId" clId="{FE107D1D-9EDD-4D6E-A378-CDC4C95C7E03}" dt="2023-06-26T12:54:44.316" v="4206" actId="20577"/>
        <pc:sldMkLst>
          <pc:docMk/>
          <pc:sldMk cId="3952031127" sldId="257"/>
        </pc:sldMkLst>
        <pc:spChg chg="mod">
          <ac:chgData name="Isaac Tan" userId="dbab5342b76938bf" providerId="LiveId" clId="{FE107D1D-9EDD-4D6E-A378-CDC4C95C7E03}" dt="2023-06-26T12:32:47.937" v="58" actId="5793"/>
          <ac:spMkLst>
            <pc:docMk/>
            <pc:sldMk cId="3952031127" sldId="257"/>
            <ac:spMk id="2" creationId="{8A0808A8-3CF9-3D15-B7F8-5B57CD96920A}"/>
          </ac:spMkLst>
        </pc:spChg>
        <pc:spChg chg="mod">
          <ac:chgData name="Isaac Tan" userId="dbab5342b76938bf" providerId="LiveId" clId="{FE107D1D-9EDD-4D6E-A378-CDC4C95C7E03}" dt="2023-06-26T12:54:44.316" v="4206" actId="20577"/>
          <ac:spMkLst>
            <pc:docMk/>
            <pc:sldMk cId="3952031127" sldId="257"/>
            <ac:spMk id="3" creationId="{CC52A217-44FA-EDBC-FF2D-83447444EDDB}"/>
          </ac:spMkLst>
        </pc:spChg>
      </pc:sldChg>
      <pc:sldChg chg="modSp add mod modAnim">
        <pc:chgData name="Isaac Tan" userId="dbab5342b76938bf" providerId="LiveId" clId="{FE107D1D-9EDD-4D6E-A378-CDC4C95C7E03}" dt="2023-06-26T12:54:38.673" v="4188"/>
        <pc:sldMkLst>
          <pc:docMk/>
          <pc:sldMk cId="1633938350" sldId="258"/>
        </pc:sldMkLst>
        <pc:spChg chg="mod">
          <ac:chgData name="Isaac Tan" userId="dbab5342b76938bf" providerId="LiveId" clId="{FE107D1D-9EDD-4D6E-A378-CDC4C95C7E03}" dt="2023-06-26T12:32:52.239" v="67" actId="20577"/>
          <ac:spMkLst>
            <pc:docMk/>
            <pc:sldMk cId="1633938350" sldId="258"/>
            <ac:spMk id="2" creationId="{8A0808A8-3CF9-3D15-B7F8-5B57CD96920A}"/>
          </ac:spMkLst>
        </pc:spChg>
        <pc:spChg chg="mod">
          <ac:chgData name="Isaac Tan" userId="dbab5342b76938bf" providerId="LiveId" clId="{FE107D1D-9EDD-4D6E-A378-CDC4C95C7E03}" dt="2023-06-26T12:38:18.024" v="1115" actId="20577"/>
          <ac:spMkLst>
            <pc:docMk/>
            <pc:sldMk cId="1633938350" sldId="258"/>
            <ac:spMk id="3" creationId="{CC52A217-44FA-EDBC-FF2D-83447444EDDB}"/>
          </ac:spMkLst>
        </pc:spChg>
      </pc:sldChg>
      <pc:sldChg chg="modSp add mod">
        <pc:chgData name="Isaac Tan" userId="dbab5342b76938bf" providerId="LiveId" clId="{FE107D1D-9EDD-4D6E-A378-CDC4C95C7E03}" dt="2023-06-26T12:40:11.285" v="1599" actId="20577"/>
        <pc:sldMkLst>
          <pc:docMk/>
          <pc:sldMk cId="2841214417" sldId="259"/>
        </pc:sldMkLst>
        <pc:spChg chg="mod">
          <ac:chgData name="Isaac Tan" userId="dbab5342b76938bf" providerId="LiveId" clId="{FE107D1D-9EDD-4D6E-A378-CDC4C95C7E03}" dt="2023-06-26T12:38:41.395" v="1126" actId="20577"/>
          <ac:spMkLst>
            <pc:docMk/>
            <pc:sldMk cId="2841214417" sldId="259"/>
            <ac:spMk id="2" creationId="{8A0808A8-3CF9-3D15-B7F8-5B57CD96920A}"/>
          </ac:spMkLst>
        </pc:spChg>
        <pc:spChg chg="mod">
          <ac:chgData name="Isaac Tan" userId="dbab5342b76938bf" providerId="LiveId" clId="{FE107D1D-9EDD-4D6E-A378-CDC4C95C7E03}" dt="2023-06-26T12:40:11.285" v="1599" actId="20577"/>
          <ac:spMkLst>
            <pc:docMk/>
            <pc:sldMk cId="2841214417" sldId="259"/>
            <ac:spMk id="3" creationId="{CC52A217-44FA-EDBC-FF2D-83447444EDDB}"/>
          </ac:spMkLst>
        </pc:spChg>
      </pc:sldChg>
      <pc:sldChg chg="modSp add mod">
        <pc:chgData name="Isaac Tan" userId="dbab5342b76938bf" providerId="LiveId" clId="{FE107D1D-9EDD-4D6E-A378-CDC4C95C7E03}" dt="2023-06-26T12:41:16.011" v="1947" actId="20577"/>
        <pc:sldMkLst>
          <pc:docMk/>
          <pc:sldMk cId="310616739" sldId="260"/>
        </pc:sldMkLst>
        <pc:spChg chg="mod">
          <ac:chgData name="Isaac Tan" userId="dbab5342b76938bf" providerId="LiveId" clId="{FE107D1D-9EDD-4D6E-A378-CDC4C95C7E03}" dt="2023-06-26T12:41:16.011" v="1947" actId="20577"/>
          <ac:spMkLst>
            <pc:docMk/>
            <pc:sldMk cId="310616739" sldId="260"/>
            <ac:spMk id="3" creationId="{CC52A217-44FA-EDBC-FF2D-83447444EDDB}"/>
          </ac:spMkLst>
        </pc:spChg>
      </pc:sldChg>
      <pc:sldChg chg="modSp add mod">
        <pc:chgData name="Isaac Tan" userId="dbab5342b76938bf" providerId="LiveId" clId="{FE107D1D-9EDD-4D6E-A378-CDC4C95C7E03}" dt="2023-06-26T12:44:14.459" v="2762" actId="20577"/>
        <pc:sldMkLst>
          <pc:docMk/>
          <pc:sldMk cId="3860032417" sldId="261"/>
        </pc:sldMkLst>
        <pc:spChg chg="mod">
          <ac:chgData name="Isaac Tan" userId="dbab5342b76938bf" providerId="LiveId" clId="{FE107D1D-9EDD-4D6E-A378-CDC4C95C7E03}" dt="2023-06-26T12:41:23.835" v="1955" actId="20577"/>
          <ac:spMkLst>
            <pc:docMk/>
            <pc:sldMk cId="3860032417" sldId="261"/>
            <ac:spMk id="2" creationId="{8A0808A8-3CF9-3D15-B7F8-5B57CD96920A}"/>
          </ac:spMkLst>
        </pc:spChg>
        <pc:spChg chg="mod">
          <ac:chgData name="Isaac Tan" userId="dbab5342b76938bf" providerId="LiveId" clId="{FE107D1D-9EDD-4D6E-A378-CDC4C95C7E03}" dt="2023-06-26T12:44:14.459" v="2762" actId="20577"/>
          <ac:spMkLst>
            <pc:docMk/>
            <pc:sldMk cId="3860032417" sldId="261"/>
            <ac:spMk id="3" creationId="{CC52A217-44FA-EDBC-FF2D-83447444EDDB}"/>
          </ac:spMkLst>
        </pc:spChg>
      </pc:sldChg>
      <pc:sldChg chg="modSp add mod">
        <pc:chgData name="Isaac Tan" userId="dbab5342b76938bf" providerId="LiveId" clId="{FE107D1D-9EDD-4D6E-A378-CDC4C95C7E03}" dt="2023-06-26T12:46:27.262" v="3230" actId="20577"/>
        <pc:sldMkLst>
          <pc:docMk/>
          <pc:sldMk cId="2931389268" sldId="262"/>
        </pc:sldMkLst>
        <pc:spChg chg="mod">
          <ac:chgData name="Isaac Tan" userId="dbab5342b76938bf" providerId="LiveId" clId="{FE107D1D-9EDD-4D6E-A378-CDC4C95C7E03}" dt="2023-06-26T12:44:25.643" v="2812" actId="20577"/>
          <ac:spMkLst>
            <pc:docMk/>
            <pc:sldMk cId="2931389268" sldId="262"/>
            <ac:spMk id="2" creationId="{8A0808A8-3CF9-3D15-B7F8-5B57CD96920A}"/>
          </ac:spMkLst>
        </pc:spChg>
        <pc:spChg chg="mod">
          <ac:chgData name="Isaac Tan" userId="dbab5342b76938bf" providerId="LiveId" clId="{FE107D1D-9EDD-4D6E-A378-CDC4C95C7E03}" dt="2023-06-26T12:46:27.262" v="3230" actId="20577"/>
          <ac:spMkLst>
            <pc:docMk/>
            <pc:sldMk cId="2931389268" sldId="262"/>
            <ac:spMk id="3" creationId="{CC52A217-44FA-EDBC-FF2D-83447444EDDB}"/>
          </ac:spMkLst>
        </pc:spChg>
      </pc:sldChg>
      <pc:sldChg chg="modSp add mod modAnim">
        <pc:chgData name="Isaac Tan" userId="dbab5342b76938bf" providerId="LiveId" clId="{FE107D1D-9EDD-4D6E-A378-CDC4C95C7E03}" dt="2023-06-26T12:54:39.108" v="4191"/>
        <pc:sldMkLst>
          <pc:docMk/>
          <pc:sldMk cId="1420432699" sldId="263"/>
        </pc:sldMkLst>
        <pc:spChg chg="mod">
          <ac:chgData name="Isaac Tan" userId="dbab5342b76938bf" providerId="LiveId" clId="{FE107D1D-9EDD-4D6E-A378-CDC4C95C7E03}" dt="2023-06-26T12:48:46.921" v="3645"/>
          <ac:spMkLst>
            <pc:docMk/>
            <pc:sldMk cId="1420432699" sldId="263"/>
            <ac:spMk id="3" creationId="{CC52A217-44FA-EDBC-FF2D-83447444EDD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6/26/2023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6/26/2023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6/26/2023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D746-BBDC-7F27-7A22-E079DF0A9D75}"/>
              </a:ext>
            </a:extLst>
          </p:cNvPr>
          <p:cNvSpPr>
            <a:spLocks noGrp="1"/>
          </p:cNvSpPr>
          <p:nvPr>
            <p:ph type="ctrTitle"/>
          </p:nvPr>
        </p:nvSpPr>
        <p:spPr/>
        <p:txBody>
          <a:bodyPr/>
          <a:lstStyle/>
          <a:p>
            <a:r>
              <a:rPr lang="en-US" dirty="0"/>
              <a:t>Mid-sip presentation</a:t>
            </a:r>
            <a:br>
              <a:rPr lang="en-US" dirty="0"/>
            </a:br>
            <a:r>
              <a:rPr lang="en-US" dirty="0"/>
              <a:t>(Hillview camp)</a:t>
            </a:r>
            <a:endParaRPr lang="en-SG" dirty="0"/>
          </a:p>
        </p:txBody>
      </p:sp>
      <p:sp>
        <p:nvSpPr>
          <p:cNvPr id="3" name="Subtitle 2">
            <a:extLst>
              <a:ext uri="{FF2B5EF4-FFF2-40B4-BE49-F238E27FC236}">
                <a16:creationId xmlns:a16="http://schemas.microsoft.com/office/drawing/2014/main" id="{A0329B3C-1297-2D12-D34D-70E19C07B2C0}"/>
              </a:ext>
            </a:extLst>
          </p:cNvPr>
          <p:cNvSpPr>
            <a:spLocks noGrp="1"/>
          </p:cNvSpPr>
          <p:nvPr>
            <p:ph type="subTitle" idx="1"/>
          </p:nvPr>
        </p:nvSpPr>
        <p:spPr/>
        <p:txBody>
          <a:bodyPr/>
          <a:lstStyle/>
          <a:p>
            <a:endParaRPr lang="en-SG" dirty="0"/>
          </a:p>
        </p:txBody>
      </p:sp>
    </p:spTree>
    <p:extLst>
      <p:ext uri="{BB962C8B-B14F-4D97-AF65-F5344CB8AC3E}">
        <p14:creationId xmlns:p14="http://schemas.microsoft.com/office/powerpoint/2010/main" val="2812666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What?</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normAutofit/>
          </a:bodyPr>
          <a:lstStyle/>
          <a:p>
            <a:r>
              <a:rPr lang="en-US" dirty="0"/>
              <a:t>Cloning/Configuring laptops for MINDEF camps around Singapore</a:t>
            </a:r>
          </a:p>
          <a:p>
            <a:r>
              <a:rPr lang="en-US" dirty="0"/>
              <a:t>Learning to use an SSD to manual clone a laptop</a:t>
            </a:r>
          </a:p>
          <a:p>
            <a:r>
              <a:rPr lang="en-US" dirty="0"/>
              <a:t>Making use of LAN cables and laptops acting as servers to “server clone” – cloning up to 8-10 laptops at once</a:t>
            </a:r>
          </a:p>
          <a:p>
            <a:r>
              <a:rPr lang="en-US" dirty="0"/>
              <a:t>Configuring: Installing drivers and run a script through the command prompt to fix all device managers’ errors and to assign </a:t>
            </a:r>
            <a:r>
              <a:rPr lang="en-US"/>
              <a:t>a respective camp </a:t>
            </a:r>
            <a:r>
              <a:rPr lang="en-US" dirty="0"/>
              <a:t>to the laptop</a:t>
            </a:r>
          </a:p>
          <a:p>
            <a:endParaRPr lang="en-US" dirty="0"/>
          </a:p>
          <a:p>
            <a:endParaRPr lang="en-US" dirty="0"/>
          </a:p>
        </p:txBody>
      </p:sp>
    </p:spTree>
    <p:extLst>
      <p:ext uri="{BB962C8B-B14F-4D97-AF65-F5344CB8AC3E}">
        <p14:creationId xmlns:p14="http://schemas.microsoft.com/office/powerpoint/2010/main" val="3952031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What?</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normAutofit/>
          </a:bodyPr>
          <a:lstStyle/>
          <a:p>
            <a:r>
              <a:rPr lang="en-US" dirty="0"/>
              <a:t>Overcoming social anxiety and awkwardness – stepping out my comfort zone to socialise and befriend new people at a new workplace environment</a:t>
            </a:r>
          </a:p>
          <a:p>
            <a:r>
              <a:rPr lang="en-US" dirty="0"/>
              <a:t>Learning to communicate with superiors – even though things may get very rough sometimes</a:t>
            </a:r>
          </a:p>
          <a:p>
            <a:r>
              <a:rPr lang="en-US" dirty="0"/>
              <a:t>Being open minded – learn and try new things as much as I can, not only technical but also social networking in a workplace environment</a:t>
            </a:r>
          </a:p>
        </p:txBody>
      </p:sp>
    </p:spTree>
    <p:extLst>
      <p:ext uri="{BB962C8B-B14F-4D97-AF65-F5344CB8AC3E}">
        <p14:creationId xmlns:p14="http://schemas.microsoft.com/office/powerpoint/2010/main" val="1420432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plan</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lstStyle/>
          <a:p>
            <a:r>
              <a:rPr lang="en-US" dirty="0"/>
              <a:t>Try to take on small roles of full timers</a:t>
            </a:r>
          </a:p>
          <a:p>
            <a:pPr lvl="1"/>
            <a:r>
              <a:rPr lang="en-US" dirty="0"/>
              <a:t>Keeping track of laptops in  lockers</a:t>
            </a:r>
          </a:p>
          <a:p>
            <a:pPr lvl="1"/>
            <a:r>
              <a:rPr lang="en-US" dirty="0"/>
              <a:t>Following up with planning sheet and assign camps accordingly</a:t>
            </a:r>
          </a:p>
          <a:p>
            <a:r>
              <a:rPr lang="en-US" dirty="0"/>
              <a:t>Assigning tasks to do for new ITE interns</a:t>
            </a:r>
            <a:endParaRPr lang="en-SG" dirty="0"/>
          </a:p>
        </p:txBody>
      </p:sp>
    </p:spTree>
    <p:extLst>
      <p:ext uri="{BB962C8B-B14F-4D97-AF65-F5344CB8AC3E}">
        <p14:creationId xmlns:p14="http://schemas.microsoft.com/office/powerpoint/2010/main" val="1633938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Perform</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lstStyle/>
          <a:p>
            <a:r>
              <a:rPr lang="en-US" dirty="0"/>
              <a:t>Extremely tough to track the laptops coming in and out of lockers</a:t>
            </a:r>
          </a:p>
          <a:p>
            <a:r>
              <a:rPr lang="en-US" dirty="0"/>
              <a:t>Often get confused when keeping laptops, but full timers are always there to help me out</a:t>
            </a:r>
          </a:p>
          <a:p>
            <a:r>
              <a:rPr lang="en-US" dirty="0"/>
              <a:t>Trying to ask many questions be it whenever I encounter different technical errors in cloning/configuring or giving directions on where to keep respective laptops</a:t>
            </a:r>
          </a:p>
        </p:txBody>
      </p:sp>
    </p:spTree>
    <p:extLst>
      <p:ext uri="{BB962C8B-B14F-4D97-AF65-F5344CB8AC3E}">
        <p14:creationId xmlns:p14="http://schemas.microsoft.com/office/powerpoint/2010/main" val="2841214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Perform</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lstStyle/>
          <a:p>
            <a:r>
              <a:rPr lang="en-US" dirty="0"/>
              <a:t>Slowly getting used to take initiative by assigning camps on laptops myself without being instructed by full timers and keeping track of which laptops are completed</a:t>
            </a:r>
          </a:p>
          <a:p>
            <a:r>
              <a:rPr lang="en-US" dirty="0"/>
              <a:t>Still need tons of guidance from full timers on how to assign tasks for ITE interns and sometimes myself as well</a:t>
            </a:r>
          </a:p>
        </p:txBody>
      </p:sp>
    </p:spTree>
    <p:extLst>
      <p:ext uri="{BB962C8B-B14F-4D97-AF65-F5344CB8AC3E}">
        <p14:creationId xmlns:p14="http://schemas.microsoft.com/office/powerpoint/2010/main" val="31061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reflect</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lstStyle/>
          <a:p>
            <a:r>
              <a:rPr lang="en-US" dirty="0"/>
              <a:t>I may think lowly of this job by how repetitive and mundane it can be ever since I entered here, but ever since, I always try to be open minded to see if there are new things I can try out and learn from, not only through technical areas but from areas of roles and responsibilities, and most importantly for me, being able to talk to superiors without feeling nervous or scared.</a:t>
            </a:r>
          </a:p>
        </p:txBody>
      </p:sp>
    </p:spTree>
    <p:extLst>
      <p:ext uri="{BB962C8B-B14F-4D97-AF65-F5344CB8AC3E}">
        <p14:creationId xmlns:p14="http://schemas.microsoft.com/office/powerpoint/2010/main" val="3860032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08A8-3CF9-3D15-B7F8-5B57CD96920A}"/>
              </a:ext>
            </a:extLst>
          </p:cNvPr>
          <p:cNvSpPr>
            <a:spLocks noGrp="1"/>
          </p:cNvSpPr>
          <p:nvPr>
            <p:ph type="title"/>
          </p:nvPr>
        </p:nvSpPr>
        <p:spPr/>
        <p:txBody>
          <a:bodyPr/>
          <a:lstStyle/>
          <a:p>
            <a:r>
              <a:rPr lang="en-US" dirty="0"/>
              <a:t>What I’ve learnt (overall)</a:t>
            </a:r>
            <a:endParaRPr lang="en-SG" dirty="0"/>
          </a:p>
        </p:txBody>
      </p:sp>
      <p:sp>
        <p:nvSpPr>
          <p:cNvPr id="3" name="Content Placeholder 2">
            <a:extLst>
              <a:ext uri="{FF2B5EF4-FFF2-40B4-BE49-F238E27FC236}">
                <a16:creationId xmlns:a16="http://schemas.microsoft.com/office/drawing/2014/main" id="{CC52A217-44FA-EDBC-FF2D-83447444EDDB}"/>
              </a:ext>
            </a:extLst>
          </p:cNvPr>
          <p:cNvSpPr>
            <a:spLocks noGrp="1"/>
          </p:cNvSpPr>
          <p:nvPr>
            <p:ph idx="1"/>
          </p:nvPr>
        </p:nvSpPr>
        <p:spPr/>
        <p:txBody>
          <a:bodyPr/>
          <a:lstStyle/>
          <a:p>
            <a:r>
              <a:rPr lang="en-US" dirty="0"/>
              <a:t>Answering to superiors is not always so easy</a:t>
            </a:r>
          </a:p>
          <a:p>
            <a:r>
              <a:rPr lang="en-US" dirty="0"/>
              <a:t>Standing my ground is extremely important when talking to my superior, not to always doubt or second guess myself</a:t>
            </a:r>
          </a:p>
          <a:p>
            <a:endParaRPr lang="en-US" dirty="0"/>
          </a:p>
        </p:txBody>
      </p:sp>
    </p:spTree>
    <p:extLst>
      <p:ext uri="{BB962C8B-B14F-4D97-AF65-F5344CB8AC3E}">
        <p14:creationId xmlns:p14="http://schemas.microsoft.com/office/powerpoint/2010/main" val="29313892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24</TotalTime>
  <Words>393</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Tw Cen MT</vt:lpstr>
      <vt:lpstr>Circuit</vt:lpstr>
      <vt:lpstr>Mid-sip presentation (Hillview camp)</vt:lpstr>
      <vt:lpstr>What?</vt:lpstr>
      <vt:lpstr>What?</vt:lpstr>
      <vt:lpstr>plan</vt:lpstr>
      <vt:lpstr>Perform</vt:lpstr>
      <vt:lpstr>Perform</vt:lpstr>
      <vt:lpstr>reflect</vt:lpstr>
      <vt:lpstr>What I’ve learnt (overall)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Tan</dc:creator>
  <cp:lastModifiedBy>Isaac Tan</cp:lastModifiedBy>
  <cp:revision>1</cp:revision>
  <dcterms:created xsi:type="dcterms:W3CDTF">2023-06-26T12:30:43Z</dcterms:created>
  <dcterms:modified xsi:type="dcterms:W3CDTF">2023-06-26T12:54:47Z</dcterms:modified>
</cp:coreProperties>
</file>